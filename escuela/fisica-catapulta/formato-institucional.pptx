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72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Montaser Arabic" panose="020B0604020202020204" charset="-78"/>
      <p:regular r:id="rId12"/>
    </p:embeddedFont>
    <p:embeddedFont>
      <p:font typeface="Nourd Bold" panose="020B0604020202020204" charset="0"/>
      <p:regular r:id="rId13"/>
    </p:embeddedFont>
    <p:embeddedFont>
      <p:font typeface="Nourd Heavy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81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2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68200" y="2992798"/>
            <a:ext cx="6019800" cy="7549656"/>
          </a:xfrm>
          <a:custGeom>
            <a:avLst/>
            <a:gdLst/>
            <a:ahLst/>
            <a:cxnLst/>
            <a:rect l="l" t="t" r="r" b="b"/>
            <a:pathLst>
              <a:path w="8288735" h="7549656">
                <a:moveTo>
                  <a:pt x="0" y="0"/>
                </a:moveTo>
                <a:lnTo>
                  <a:pt x="8288735" y="0"/>
                </a:lnTo>
                <a:lnTo>
                  <a:pt x="8288735" y="7549656"/>
                </a:lnTo>
                <a:lnTo>
                  <a:pt x="0" y="754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145190" y="-1520744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4"/>
                </a:moveTo>
                <a:lnTo>
                  <a:pt x="2794156" y="5846534"/>
                </a:lnTo>
                <a:lnTo>
                  <a:pt x="2794156" y="0"/>
                </a:lnTo>
                <a:lnTo>
                  <a:pt x="0" y="0"/>
                </a:lnTo>
                <a:lnTo>
                  <a:pt x="0" y="58465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399" y="8752745"/>
            <a:ext cx="3012033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40000" y="891522"/>
            <a:ext cx="2819400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51970" y="874118"/>
            <a:ext cx="2074639" cy="2074639"/>
          </a:xfrm>
          <a:custGeom>
            <a:avLst/>
            <a:gdLst/>
            <a:ahLst/>
            <a:cxnLst/>
            <a:rect l="l" t="t" r="r" b="b"/>
            <a:pathLst>
              <a:path w="2074639" h="2074639">
                <a:moveTo>
                  <a:pt x="0" y="0"/>
                </a:moveTo>
                <a:lnTo>
                  <a:pt x="2074639" y="0"/>
                </a:lnTo>
                <a:lnTo>
                  <a:pt x="2074639" y="2074639"/>
                </a:lnTo>
                <a:lnTo>
                  <a:pt x="0" y="2074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77800" y="141219"/>
            <a:ext cx="2202600" cy="1985737"/>
          </a:xfrm>
          <a:custGeom>
            <a:avLst/>
            <a:gdLst/>
            <a:ahLst/>
            <a:cxnLst/>
            <a:rect l="l" t="t" r="r" b="b"/>
            <a:pathLst>
              <a:path w="2397907" h="2397907">
                <a:moveTo>
                  <a:pt x="0" y="0"/>
                </a:moveTo>
                <a:lnTo>
                  <a:pt x="2397907" y="0"/>
                </a:lnTo>
                <a:lnTo>
                  <a:pt x="2397907" y="2397907"/>
                </a:lnTo>
                <a:lnTo>
                  <a:pt x="0" y="2397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7400" y="5476580"/>
            <a:ext cx="12997600" cy="180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6378" b="1" dirty="0" err="1">
                <a:solidFill>
                  <a:srgbClr val="AD0F0F"/>
                </a:solidFill>
                <a:latin typeface="Nourd Bold"/>
                <a:ea typeface="Nourd Bold"/>
                <a:cs typeface="Nourd Bold"/>
                <a:sym typeface="Nourd Bold"/>
              </a:rPr>
              <a:t>C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iclo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Académico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</a:p>
          <a:p>
            <a:pPr marL="0" lvl="0" indent="0" algn="ctr">
              <a:lnSpc>
                <a:spcPts val="7016"/>
              </a:lnSpc>
            </a:pP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Agosto  - </a:t>
            </a:r>
            <a:r>
              <a:rPr lang="en-US" sz="6378" b="1" dirty="0" err="1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Diciembre</a:t>
            </a:r>
            <a:r>
              <a:rPr lang="en-US" sz="6378" b="1" dirty="0">
                <a:solidFill>
                  <a:srgbClr val="003060"/>
                </a:solidFill>
                <a:latin typeface="Nourd Bold"/>
                <a:ea typeface="Nourd Bold"/>
                <a:cs typeface="Nourd Bold"/>
                <a:sym typeface="Nourd Bold"/>
              </a:rPr>
              <a:t> 2025.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58893" y="8894682"/>
            <a:ext cx="9309086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</a:pPr>
            <a:r>
              <a:rPr lang="en-US" sz="4200" dirty="0" err="1">
                <a:solidFill>
                  <a:srgbClr val="0030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Nombre</a:t>
            </a:r>
            <a:r>
              <a:rPr lang="en-US" sz="4200" dirty="0">
                <a:solidFill>
                  <a:srgbClr val="00306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5682" y="4027704"/>
            <a:ext cx="9628871" cy="80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6"/>
              </a:lnSpc>
              <a:spcBef>
                <a:spcPct val="0"/>
              </a:spcBef>
            </a:pPr>
            <a:r>
              <a:rPr lang="en-US" sz="5678" u="none" strike="noStrike" dirty="0" err="1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678" u="none" strike="noStrike" dirty="0" err="1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678" b="1" u="none" strike="noStrike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678" b="1" u="none" strike="noStrike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770289"/>
            <a:ext cx="15621000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246"/>
              </a:lnSpc>
              <a:spcBef>
                <a:spcPct val="0"/>
              </a:spcBef>
            </a:pPr>
            <a:r>
              <a:rPr lang="en-US" sz="5678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I</a:t>
            </a:r>
            <a:r>
              <a:rPr lang="en-US" sz="5678" u="none" strike="noStrike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nstituto </a:t>
            </a:r>
            <a:r>
              <a:rPr lang="en-US" sz="5678" b="1" dirty="0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T</a:t>
            </a:r>
            <a:r>
              <a:rPr lang="en-US" sz="5678" dirty="0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ecnológico en </a:t>
            </a:r>
            <a:r>
              <a:rPr lang="en-US" sz="5678" b="1" dirty="0" err="1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P</a:t>
            </a:r>
            <a:r>
              <a:rPr lang="en-US" sz="5678" dirty="0" err="1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rogramación</a:t>
            </a:r>
            <a:endParaRPr lang="en-US" sz="5678" b="1" u="none" strike="noStrike" dirty="0">
              <a:solidFill>
                <a:srgbClr val="07416B"/>
              </a:solidFill>
              <a:latin typeface="Nourd Heavy"/>
              <a:ea typeface="Nourd Heavy"/>
              <a:cs typeface="Nourd Heavy"/>
              <a:sym typeface="Nourd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6970" y="6042651"/>
            <a:ext cx="4791030" cy="4235278"/>
          </a:xfrm>
          <a:custGeom>
            <a:avLst/>
            <a:gdLst/>
            <a:ahLst/>
            <a:cxnLst/>
            <a:rect l="l" t="t" r="r" b="b"/>
            <a:pathLst>
              <a:path w="5456361" h="4969835">
                <a:moveTo>
                  <a:pt x="0" y="0"/>
                </a:moveTo>
                <a:lnTo>
                  <a:pt x="5456361" y="0"/>
                </a:lnTo>
                <a:lnTo>
                  <a:pt x="5456361" y="4969835"/>
                </a:lnTo>
                <a:lnTo>
                  <a:pt x="0" y="4969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271245" y="-1278501"/>
            <a:ext cx="2400301" cy="4957304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4"/>
                </a:moveTo>
                <a:lnTo>
                  <a:pt x="2794156" y="5846534"/>
                </a:lnTo>
                <a:lnTo>
                  <a:pt x="2794156" y="0"/>
                </a:lnTo>
                <a:lnTo>
                  <a:pt x="0" y="0"/>
                </a:lnTo>
                <a:lnTo>
                  <a:pt x="0" y="58465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8752745"/>
            <a:ext cx="2651364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6974" y="891522"/>
            <a:ext cx="2701026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290" y="6406750"/>
            <a:ext cx="2074639" cy="2074639"/>
          </a:xfrm>
          <a:custGeom>
            <a:avLst/>
            <a:gdLst/>
            <a:ahLst/>
            <a:cxnLst/>
            <a:rect l="l" t="t" r="r" b="b"/>
            <a:pathLst>
              <a:path w="2074639" h="2074639">
                <a:moveTo>
                  <a:pt x="0" y="0"/>
                </a:moveTo>
                <a:lnTo>
                  <a:pt x="2074639" y="0"/>
                </a:lnTo>
                <a:lnTo>
                  <a:pt x="2074639" y="2074639"/>
                </a:lnTo>
                <a:lnTo>
                  <a:pt x="0" y="20746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89067" y="198124"/>
            <a:ext cx="2397907" cy="2397907"/>
          </a:xfrm>
          <a:custGeom>
            <a:avLst/>
            <a:gdLst/>
            <a:ahLst/>
            <a:cxnLst/>
            <a:rect l="l" t="t" r="r" b="b"/>
            <a:pathLst>
              <a:path w="2397907" h="2397907">
                <a:moveTo>
                  <a:pt x="0" y="0"/>
                </a:moveTo>
                <a:lnTo>
                  <a:pt x="2397907" y="0"/>
                </a:lnTo>
                <a:lnTo>
                  <a:pt x="2397907" y="2397907"/>
                </a:lnTo>
                <a:lnTo>
                  <a:pt x="0" y="2397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64433" y="876034"/>
            <a:ext cx="9628871" cy="805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6"/>
              </a:lnSpc>
              <a:spcBef>
                <a:spcPct val="0"/>
              </a:spcBef>
            </a:pP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6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678" b="1" u="none" strike="noStrike">
                <a:solidFill>
                  <a:srgbClr val="07416B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7112916"/>
            <a:ext cx="3341940" cy="3174084"/>
          </a:xfrm>
          <a:custGeom>
            <a:avLst/>
            <a:gdLst/>
            <a:ahLst/>
            <a:cxnLst/>
            <a:rect l="l" t="t" r="r" b="b"/>
            <a:pathLst>
              <a:path w="4627096" h="5712464">
                <a:moveTo>
                  <a:pt x="4627096" y="0"/>
                </a:moveTo>
                <a:lnTo>
                  <a:pt x="0" y="0"/>
                </a:lnTo>
                <a:lnTo>
                  <a:pt x="0" y="5712464"/>
                </a:lnTo>
                <a:lnTo>
                  <a:pt x="4627096" y="5712464"/>
                </a:lnTo>
                <a:lnTo>
                  <a:pt x="46270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293191" y="70724"/>
            <a:ext cx="3012952" cy="4138576"/>
          </a:xfrm>
          <a:custGeom>
            <a:avLst/>
            <a:gdLst/>
            <a:ahLst/>
            <a:cxnLst/>
            <a:rect l="l" t="t" r="r" b="b"/>
            <a:pathLst>
              <a:path w="4854933" h="5396868">
                <a:moveTo>
                  <a:pt x="4854933" y="0"/>
                </a:moveTo>
                <a:lnTo>
                  <a:pt x="0" y="0"/>
                </a:lnTo>
                <a:lnTo>
                  <a:pt x="0" y="5396869"/>
                </a:lnTo>
                <a:lnTo>
                  <a:pt x="4854933" y="5396869"/>
                </a:lnTo>
                <a:lnTo>
                  <a:pt x="485493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4766541" y="9233086"/>
            <a:ext cx="353960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5432" y="383527"/>
            <a:ext cx="2087448" cy="2087448"/>
          </a:xfrm>
          <a:custGeom>
            <a:avLst/>
            <a:gdLst/>
            <a:ahLst/>
            <a:cxnLst/>
            <a:rect l="l" t="t" r="r" b="b"/>
            <a:pathLst>
              <a:path w="2087448" h="2087448">
                <a:moveTo>
                  <a:pt x="0" y="0"/>
                </a:moveTo>
                <a:lnTo>
                  <a:pt x="2087449" y="0"/>
                </a:lnTo>
                <a:lnTo>
                  <a:pt x="2087449" y="2087448"/>
                </a:lnTo>
                <a:lnTo>
                  <a:pt x="0" y="20874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530527" y="5987693"/>
            <a:ext cx="771999" cy="77199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530527" y="3362108"/>
            <a:ext cx="771999" cy="771999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6643921" y="3332469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30527" y="5110920"/>
            <a:ext cx="771999" cy="771999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643921" y="5110013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4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30527" y="4234146"/>
            <a:ext cx="771999" cy="771999"/>
            <a:chOff x="0" y="0"/>
            <a:chExt cx="6350000" cy="635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643921" y="4233240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43921" y="5986787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 u="none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5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30527" y="7741241"/>
            <a:ext cx="771999" cy="771999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530527" y="6864467"/>
            <a:ext cx="771999" cy="771999"/>
            <a:chOff x="0" y="0"/>
            <a:chExt cx="6350000" cy="6350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6643921" y="6863561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43921" y="7740335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7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479220" y="2528690"/>
            <a:ext cx="771999" cy="771999"/>
            <a:chOff x="0" y="0"/>
            <a:chExt cx="6350000" cy="635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5115536" y="2716793"/>
            <a:ext cx="893173" cy="645315"/>
            <a:chOff x="0" y="0"/>
            <a:chExt cx="812800" cy="58724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587245"/>
            </a:xfrm>
            <a:custGeom>
              <a:avLst/>
              <a:gdLst/>
              <a:ahLst/>
              <a:cxnLst/>
              <a:rect l="l" t="t" r="r" b="b"/>
              <a:pathLst>
                <a:path w="812800" h="587245">
                  <a:moveTo>
                    <a:pt x="812800" y="293623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84045"/>
                  </a:lnTo>
                  <a:lnTo>
                    <a:pt x="406400" y="384045"/>
                  </a:lnTo>
                  <a:lnTo>
                    <a:pt x="406400" y="587245"/>
                  </a:lnTo>
                  <a:lnTo>
                    <a:pt x="812800" y="293623"/>
                  </a:lnTo>
                  <a:close/>
                </a:path>
              </a:pathLst>
            </a:custGeom>
            <a:solidFill>
              <a:srgbClr val="AD0F0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65100"/>
              <a:ext cx="711200" cy="218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592614" y="2527784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89328" y="2762033"/>
            <a:ext cx="425965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055C9D"/>
                </a:solidFill>
                <a:latin typeface="Nourd Heavy"/>
                <a:ea typeface="Nourd Heavy"/>
                <a:cs typeface="Nourd Heavy"/>
                <a:sym typeface="Nourd Heavy"/>
              </a:rPr>
              <a:t>Contenido</a:t>
            </a:r>
            <a:endParaRPr lang="en-US" sz="3999" b="1" dirty="0">
              <a:solidFill>
                <a:srgbClr val="055C9D"/>
              </a:solidFill>
              <a:latin typeface="Nourd Heavy"/>
              <a:ea typeface="Nourd Heavy"/>
              <a:cs typeface="Nourd Heavy"/>
              <a:sym typeface="Nourd Heavy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299341" y="1076325"/>
            <a:ext cx="9167110" cy="732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96"/>
              </a:lnSpc>
              <a:spcBef>
                <a:spcPct val="0"/>
              </a:spcBef>
            </a:pPr>
            <a:r>
              <a:rPr lang="en-US" sz="51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B</a:t>
            </a:r>
            <a:r>
              <a:rPr lang="en-US" sz="5178" b="1" u="none" strike="noStrike">
                <a:solidFill>
                  <a:srgbClr val="003060"/>
                </a:solidFill>
                <a:latin typeface="Nourd Heavy"/>
                <a:ea typeface="Nourd Heavy"/>
                <a:cs typeface="Nourd Heavy"/>
                <a:sym typeface="Nourd Heavy"/>
              </a:rPr>
              <a:t>achillerato</a:t>
            </a:r>
            <a:r>
              <a:rPr lang="en-US" sz="5178" b="1" u="none" strike="noStrike">
                <a:solidFill>
                  <a:srgbClr val="AD0F0F"/>
                </a:solidFill>
                <a:latin typeface="Nourd Heavy"/>
                <a:ea typeface="Nourd Heavy"/>
                <a:cs typeface="Nourd Heavy"/>
                <a:sym typeface="Nourd Heavy"/>
              </a:rPr>
              <a:t> R</a:t>
            </a:r>
            <a:r>
              <a:rPr lang="en-US" sz="5178" b="1" u="none" strike="noStrike">
                <a:solidFill>
                  <a:srgbClr val="003060"/>
                </a:solidFill>
                <a:latin typeface="Nourd Heavy"/>
                <a:ea typeface="Nourd Heavy"/>
                <a:cs typeface="Nourd Heavy"/>
                <a:sym typeface="Nourd Heavy"/>
              </a:rPr>
              <a:t>embrandt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530527" y="8665640"/>
            <a:ext cx="771999" cy="771999"/>
            <a:chOff x="0" y="0"/>
            <a:chExt cx="6350000" cy="635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6643921" y="8664734"/>
            <a:ext cx="545211" cy="6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652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Nourd Heavy"/>
                <a:ea typeface="Nourd Heavy"/>
                <a:cs typeface="Nourd Heavy"/>
                <a:sym typeface="Nourd Heavy"/>
              </a:rPr>
              <a:t>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-10800000">
            <a:off x="0" y="523144"/>
            <a:ext cx="4155308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11200" y="6286500"/>
            <a:ext cx="4876800" cy="4000500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6" y="0"/>
                </a:lnTo>
                <a:lnTo>
                  <a:pt x="6445736" y="5870991"/>
                </a:lnTo>
                <a:lnTo>
                  <a:pt x="0" y="587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89978" y="1557279"/>
            <a:ext cx="11673050" cy="828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99"/>
              </a:lnSpc>
              <a:spcBef>
                <a:spcPct val="0"/>
              </a:spcBef>
            </a:pPr>
            <a:r>
              <a:rPr lang="en-US" sz="3699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</a:t>
            </a:r>
            <a:endParaRPr lang="en-US" sz="3699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547701" y="532670"/>
            <a:ext cx="5596299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280"/>
              </a:lnSpc>
              <a:spcBef>
                <a:spcPct val="0"/>
              </a:spcBef>
            </a:pPr>
            <a:r>
              <a:rPr lang="en-US" sz="6900" b="1" dirty="0" err="1">
                <a:solidFill>
                  <a:srgbClr val="FF914D"/>
                </a:solidFill>
                <a:latin typeface="Nourd Heavy"/>
                <a:ea typeface="Nourd Heavy"/>
                <a:cs typeface="Nourd Heavy"/>
                <a:sym typeface="Nourd Heavy"/>
              </a:rPr>
              <a:t>Título</a:t>
            </a:r>
            <a:endParaRPr lang="en-US" sz="6900" b="1" dirty="0">
              <a:solidFill>
                <a:srgbClr val="FF914D"/>
              </a:solidFill>
              <a:latin typeface="Nourd Heavy"/>
              <a:ea typeface="Nourd Heavy"/>
              <a:cs typeface="Nourd Heavy"/>
              <a:sym typeface="Nourd Heav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760638" y="9275889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427263" y="139255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4538541" y="-1468692"/>
            <a:ext cx="2280767" cy="5218151"/>
          </a:xfrm>
          <a:custGeom>
            <a:avLst/>
            <a:gdLst/>
            <a:ahLst/>
            <a:cxnLst/>
            <a:rect l="l" t="t" r="r" b="b"/>
            <a:pathLst>
              <a:path w="2280767" h="5218151">
                <a:moveTo>
                  <a:pt x="0" y="0"/>
                </a:moveTo>
                <a:lnTo>
                  <a:pt x="2280767" y="0"/>
                </a:lnTo>
                <a:lnTo>
                  <a:pt x="2280767" y="5218151"/>
                </a:lnTo>
                <a:lnTo>
                  <a:pt x="0" y="52181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7302070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30"/>
                </a:moveTo>
                <a:lnTo>
                  <a:pt x="3564095" y="2984930"/>
                </a:lnTo>
                <a:lnTo>
                  <a:pt x="3564095" y="0"/>
                </a:lnTo>
                <a:lnTo>
                  <a:pt x="0" y="0"/>
                </a:lnTo>
                <a:lnTo>
                  <a:pt x="0" y="298493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29094" y="5143500"/>
            <a:ext cx="5658906" cy="5143500"/>
          </a:xfrm>
          <a:custGeom>
            <a:avLst/>
            <a:gdLst/>
            <a:ahLst/>
            <a:cxnLst/>
            <a:rect l="l" t="t" r="r" b="b"/>
            <a:pathLst>
              <a:path w="5963630" h="5431873">
                <a:moveTo>
                  <a:pt x="0" y="0"/>
                </a:moveTo>
                <a:lnTo>
                  <a:pt x="5963631" y="0"/>
                </a:lnTo>
                <a:lnTo>
                  <a:pt x="5963631" y="5431873"/>
                </a:lnTo>
                <a:lnTo>
                  <a:pt x="0" y="5431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526189" y="-1466129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-1453325" y="804462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15158274" y="1415226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30</Words>
  <Application>Microsoft Office PowerPoint</Application>
  <PresentationFormat>Personalizado</PresentationFormat>
  <Paragraphs>18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Montaser Arabic</vt:lpstr>
      <vt:lpstr>Calibri</vt:lpstr>
      <vt:lpstr>Arial</vt:lpstr>
      <vt:lpstr>Nourd Bold</vt:lpstr>
      <vt:lpstr>Nourd Heavy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1er Junta Académica Docentes 27/01/25</dc:title>
  <dc:creator>Kamy</dc:creator>
  <cp:lastModifiedBy>Omar Avila Cruz</cp:lastModifiedBy>
  <cp:revision>7</cp:revision>
  <dcterms:created xsi:type="dcterms:W3CDTF">2006-08-16T00:00:00Z</dcterms:created>
  <dcterms:modified xsi:type="dcterms:W3CDTF">2025-07-26T22:16:34Z</dcterms:modified>
  <dc:identifier>DAGdZiFYS3g</dc:identifier>
</cp:coreProperties>
</file>