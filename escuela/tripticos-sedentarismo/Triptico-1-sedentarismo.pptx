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52800" cy="7772400"/>
          </a:xfrm>
          <a:prstGeom prst="rect">
            <a:avLst/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411480"/>
            <a:ext cx="566928" cy="56692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1078992"/>
            <a:ext cx="276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3205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¿ERES SEDENTARIO?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92608" y="1965960"/>
            <a:ext cx="276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Contesta con honestidad. Marca las que sí te pasan: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" y="2550541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320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532253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más de 6 horas al día sentado (clases, tareas, pantallas).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" y="3137535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320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119247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el celular o videojuegos más de 2 horas seguidas.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2608" y="3724529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320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706241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nunca camino más de 15 minutos seguidos.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" y="4311523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320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4293235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Fuera de Educación Física no hago deporte.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" y="4898517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2320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4880229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 canso al subir dos pisos de escaleras.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" y="6652641"/>
            <a:ext cx="2767584" cy="662559"/>
          </a:xfrm>
          <a:prstGeom prst="roundRect">
            <a:avLst>
              <a:gd name="adj" fmla="val 13801"/>
            </a:avLst>
          </a:prstGeom>
          <a:solidFill>
            <a:srgbClr val="23205A"/>
          </a:solidFill>
          <a:ln w="12700">
            <a:solidFill>
              <a:srgbClr val="2320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" y="6744081"/>
            <a:ext cx="2493264" cy="479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marcaste 3 o más, es momento de moverte. ¡Este tríptico es para ti!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43400" y="640080"/>
            <a:ext cx="1371600" cy="1371600"/>
          </a:xfrm>
          <a:prstGeom prst="ellipse">
            <a:avLst/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14400"/>
            <a:ext cx="822960" cy="8229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45408" y="2240280"/>
            <a:ext cx="2767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3205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Toda actividad cuenta: un poco es mejor que nada.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3645408" y="3794760"/>
            <a:ext cx="2767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Elaboraron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Grupo: _______  Fecha: _______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45408" y="5532120"/>
            <a:ext cx="276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Fuentes: </a:t>
            </a:r>
            <a:pPr algn="ctr" indent="0" marL="0">
              <a:buNone/>
            </a:pPr>
            <a:r>
              <a:rPr lang="en-US" sz="750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OMS. Directrices sobre actividad física y comportamientos sedentarios (2020). OMS. Nota descriptiva «Actividad física» (26 de junio de 2024).</a:t>
            </a:r>
            <a:endParaRPr lang="en-US" sz="7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6446520"/>
            <a:ext cx="548640" cy="60899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705600" y="0"/>
            <a:ext cx="3352800" cy="7772400"/>
          </a:xfrm>
          <a:prstGeom prst="rect">
            <a:avLst/>
          </a:prstGeom>
          <a:solidFill>
            <a:srgbClr val="23205A"/>
          </a:solidFill>
          <a:ln w="12700">
            <a:solidFill>
              <a:srgbClr val="23205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46720" y="-822960"/>
            <a:ext cx="2834640" cy="2834640"/>
          </a:xfrm>
          <a:prstGeom prst="ellipse">
            <a:avLst/>
          </a:prstGeom>
          <a:solidFill>
            <a:srgbClr val="FF5A36">
              <a:alpha val="18000"/>
            </a:srgbClr>
          </a:solidFill>
          <a:ln w="12700">
            <a:solidFill>
              <a:srgbClr val="FF5A36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998208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998208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513320" y="1234440"/>
            <a:ext cx="1737360" cy="173736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80" y="1600200"/>
            <a:ext cx="1005840" cy="10058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98208" y="329184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5A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PREVENCIÓN DE ENFERMEDADES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998208" y="3611880"/>
            <a:ext cx="2767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SEDENTARISMO: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ENEMIGO SILENCIOSO</a:t>
            </a:r>
            <a:endParaRPr lang="en-US" sz="3600" dirty="0"/>
          </a:p>
        </p:txBody>
      </p:sp>
      <p:sp>
        <p:nvSpPr>
          <p:cNvPr id="33" name="Text 27"/>
          <p:cNvSpPr/>
          <p:nvPr/>
        </p:nvSpPr>
        <p:spPr>
          <a:xfrm>
            <a:off x="6998208" y="5440680"/>
            <a:ext cx="2767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Muévete más, siéntate menos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998208" y="64465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512" y="6510528"/>
            <a:ext cx="420624" cy="46689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839456" y="6492240"/>
            <a:ext cx="1926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Bachillerato Rembrandt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3.1 · Tercer semestre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33528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38" name="Shape 31"/>
          <p:cNvSpPr/>
          <p:nvPr/>
        </p:nvSpPr>
        <p:spPr>
          <a:xfrm>
            <a:off x="67056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A3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926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3205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¿QUÉ ES?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92608" y="1580896"/>
            <a:ext cx="2767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sedentarismo es pasar mucho tiempo sentado o acostado y no hacer la actividad física que tu cuerpo necesita.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3062224"/>
            <a:ext cx="2767584" cy="1982216"/>
          </a:xfrm>
          <a:prstGeom prst="roundRect">
            <a:avLst>
              <a:gd name="adj" fmla="val 5536"/>
            </a:avLst>
          </a:prstGeom>
          <a:solidFill>
            <a:srgbClr val="23205A"/>
          </a:solidFill>
          <a:ln w="12700">
            <a:solidFill>
              <a:srgbClr val="232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71952"/>
            <a:ext cx="243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5A3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81 %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976624"/>
            <a:ext cx="2438400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adolescentes del mundo (11 a 17 años) no se mueve lo suficiente. En las mujeres es 85 % y en los hombres 78 %.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2608" y="5684520"/>
            <a:ext cx="276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silencioso porque no duele al principio: el daño se acumula con los años.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2800" y="0"/>
            <a:ext cx="3352800" cy="7772400"/>
          </a:xfrm>
          <a:prstGeom prst="rect">
            <a:avLst/>
          </a:prstGeom>
          <a:solidFill>
            <a:srgbClr val="F4F2FF"/>
          </a:solidFill>
          <a:ln w="12700">
            <a:solidFill>
              <a:srgbClr val="F4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54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A3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454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3205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 QUE PROVOCA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3645408" y="1580896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5136" y="1690624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48912" y="15808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Obesidad: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gasta menos energía y se acumula grasa.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45408" y="2202688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136" y="231241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48912" y="2202688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Diabetes tipo 2: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azúcar en la sangre se eleva.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45408" y="2824480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29342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48912" y="282448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Hipertensión y corazón: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riesgo de infartos.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645408" y="3446272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136" y="35560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48912" y="3446272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Huesos y músculos débiles: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dolor de espalda.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45408" y="4068064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136" y="417779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48912" y="4068064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Ansiedad y depresión: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peor ánimo y peor sueño.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3645408" y="5183632"/>
            <a:ext cx="2767584" cy="9753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FF5A3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136" y="530250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84320" y="5293360"/>
            <a:ext cx="223723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Quien no se mueve lo suficiente tiene entre 20 % y 30 % más riesgo de morir antes de tiempo. (OMS)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9982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A36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4000" dirty="0"/>
          </a:p>
        </p:txBody>
      </p:sp>
      <p:sp>
        <p:nvSpPr>
          <p:cNvPr id="31" name="Text 23"/>
          <p:cNvSpPr/>
          <p:nvPr/>
        </p:nvSpPr>
        <p:spPr>
          <a:xfrm>
            <a:off x="69982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3205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CÓMO PREVENIRLO</a:t>
            </a:r>
            <a:endParaRPr lang="en-US" sz="2500" dirty="0"/>
          </a:p>
        </p:txBody>
      </p:sp>
      <p:sp>
        <p:nvSpPr>
          <p:cNvPr id="32" name="Shape 24"/>
          <p:cNvSpPr/>
          <p:nvPr/>
        </p:nvSpPr>
        <p:spPr>
          <a:xfrm>
            <a:off x="6998208" y="1580896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7936" y="169062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601712" y="15808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minutos al día: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actividad moderada a vigorosa.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998208" y="2202688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7936" y="2312416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601712" y="2230120"/>
            <a:ext cx="21640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días a la semana: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ejercicios de fuerza para músculos y huesos.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6998208" y="2964688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7936" y="3074416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601712" y="2964688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pantallas: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tu tiempo libre.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6998208" y="3586480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7936" y="3696208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601712" y="358648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Pausas activas: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levántate y muévete en los descansos.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6998208" y="4208272"/>
            <a:ext cx="475488" cy="475488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7936" y="4318000"/>
            <a:ext cx="256032" cy="25603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601712" y="4235704"/>
            <a:ext cx="21640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32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Escaleras y caminata: </a:t>
            </a:r>
            <a:pPr indent="0" marL="0">
              <a:buNone/>
            </a:pPr>
            <a:r>
              <a:rPr lang="en-US" sz="115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lugar de elevador o transporte, cuando puedas.</a:t>
            </a:r>
            <a:endParaRPr lang="en-US" sz="1150" dirty="0"/>
          </a:p>
        </p:txBody>
      </p:sp>
      <p:sp>
        <p:nvSpPr>
          <p:cNvPr id="47" name="Text 34"/>
          <p:cNvSpPr/>
          <p:nvPr/>
        </p:nvSpPr>
        <p:spPr>
          <a:xfrm>
            <a:off x="6998208" y="5464048"/>
            <a:ext cx="276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D1B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Recomendaciones de la OMS para adolescentes de 5 a 17 años.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6998208" y="7269480"/>
            <a:ext cx="2767584" cy="274320"/>
          </a:xfrm>
          <a:prstGeom prst="roundRect">
            <a:avLst>
              <a:gd name="adj" fmla="val 50000"/>
            </a:avLst>
          </a:prstGeom>
          <a:solidFill>
            <a:srgbClr val="23205A"/>
          </a:solidFill>
          <a:ln w="12700">
            <a:solidFill>
              <a:srgbClr val="23205A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6998208" y="726948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 · Bachillerato Rembrandt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Tríptico · Sedentarismo: el enemigo silencioso</dc:title>
  <dc:subject>PptxGenJS Presentation</dc:subject>
  <dc:creator>PptxGenJS</dc:creator>
  <cp:lastModifiedBy>PptxGenJS</cp:lastModifiedBy>
  <cp:revision>1</cp:revision>
  <dcterms:created xsi:type="dcterms:W3CDTF">2026-10-21T17:49:15Z</dcterms:created>
  <dcterms:modified xsi:type="dcterms:W3CDTF">2026-10-21T17:49:15Z</dcterms:modified>
</cp:coreProperties>
</file>