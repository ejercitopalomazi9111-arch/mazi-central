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52800" cy="7772400"/>
          </a:xfrm>
          <a:prstGeom prst="rect">
            <a:avLst/>
          </a:prstGeom>
          <a:solidFill>
            <a:srgbClr val="EEF7F6"/>
          </a:solidFill>
          <a:ln w="12700">
            <a:solidFill>
              <a:srgbClr val="EEF7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411480"/>
            <a:ext cx="566928" cy="56692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1078992"/>
            <a:ext cx="276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B4F5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RETO DE 7 DÍAS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92608" y="1965960"/>
            <a:ext cx="276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Palomea cada día que lo cumplas: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2608" y="2367979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B4F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349691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Lunes · 30 min de caminata rápida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" y="2954973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B4F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936685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Martes · cambiar el refresco por agua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2608" y="3541967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B4F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3523679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Miércoles · 20 sentadillas en 3 series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" y="412896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B4F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4110673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Jueves · bailar 3 canciones seguidas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608" y="4715955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B4F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4697667"/>
            <a:ext cx="2401824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Viernes · un partido con tus amigos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" y="5302949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B4F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5284661"/>
            <a:ext cx="2401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Sábado · paseo en bici o patines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2608" y="577843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B4F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5760149"/>
            <a:ext cx="2401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Domingo · estirar 10 minutos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" y="6652641"/>
            <a:ext cx="2767584" cy="662559"/>
          </a:xfrm>
          <a:prstGeom prst="roundRect">
            <a:avLst>
              <a:gd name="adj" fmla="val 13801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" y="6744081"/>
            <a:ext cx="2493264" cy="479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Repite el reto la siguiente semana y súbele un poco.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43400" y="640080"/>
            <a:ext cx="1371600" cy="1371600"/>
          </a:xfrm>
          <a:prstGeom prst="ellipse">
            <a:avLst/>
          </a:prstGeom>
          <a:solidFill>
            <a:srgbClr val="EEF7F6"/>
          </a:solidFill>
          <a:ln w="12700">
            <a:solidFill>
              <a:srgbClr val="EEF7F6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14400"/>
            <a:ext cx="822960" cy="8229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645408" y="2240280"/>
            <a:ext cx="2767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4F5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Moverte hoy es prevenir la diabetes de mañana.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3645408" y="3794760"/>
            <a:ext cx="2767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Elaboraron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Grupo: _______  Fecha: _______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645408" y="5532120"/>
            <a:ext cx="276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Fuentes: </a:t>
            </a:r>
            <a:pPr algn="ctr" indent="0" marL="0">
              <a:buNone/>
            </a:pPr>
            <a:r>
              <a:rPr lang="en-US" sz="750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OMS. Directrices sobre actividad física y comportamientos sedentarios (2020). OMS. Nota descriptiva «Actividad física» (26 de junio de 2024).</a:t>
            </a:r>
            <a:endParaRPr lang="en-US" sz="7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6446520"/>
            <a:ext cx="548640" cy="60899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705600" y="0"/>
            <a:ext cx="3352800" cy="7772400"/>
          </a:xfrm>
          <a:prstGeom prst="rect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46720" y="-822960"/>
            <a:ext cx="2834640" cy="2834640"/>
          </a:xfrm>
          <a:prstGeom prst="ellipse">
            <a:avLst/>
          </a:prstGeom>
          <a:solidFill>
            <a:srgbClr val="F2B134">
              <a:alpha val="18000"/>
            </a:srgbClr>
          </a:solidFill>
          <a:ln w="12700">
            <a:solidFill>
              <a:srgbClr val="F2B134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998208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998208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513320" y="1234440"/>
            <a:ext cx="1737360" cy="173736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080" y="1600200"/>
            <a:ext cx="1005840" cy="10058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98208" y="329184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2B13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PREVENCIÓN DE ENFERMEDADES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998208" y="3611880"/>
            <a:ext cx="2767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DIABETES TIPO 2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Y OBESIDAD</a:t>
            </a:r>
            <a:endParaRPr lang="en-US" sz="3600" dirty="0"/>
          </a:p>
        </p:txBody>
      </p:sp>
      <p:sp>
        <p:nvSpPr>
          <p:cNvPr id="37" name="Text 31"/>
          <p:cNvSpPr/>
          <p:nvPr/>
        </p:nvSpPr>
        <p:spPr>
          <a:xfrm>
            <a:off x="6998208" y="5440680"/>
            <a:ext cx="2767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Tus músculos son tu mejor medicina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998208" y="644652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512" y="6510528"/>
            <a:ext cx="420624" cy="466893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839456" y="6492240"/>
            <a:ext cx="1926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Bachillerato Rembrandt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3.1 · Tercer semestre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33528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42" name="Shape 35"/>
          <p:cNvSpPr/>
          <p:nvPr/>
        </p:nvSpPr>
        <p:spPr>
          <a:xfrm>
            <a:off x="67056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B13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926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B4F5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¿QUÉ SON?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92608" y="1580896"/>
            <a:ext cx="276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Obesidad: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Acumulación excesiva de grasa en el cuerpo que daña la salud.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" y="2797302"/>
            <a:ext cx="2767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Diabetes tipo 2: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cuerpo no usa bien la insulina, la hormona que mete el azúcar (glucosa) a las células. El azúcar se queda en la sangre y daña ojos, riñones, nervios y corazón.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" y="4617212"/>
            <a:ext cx="2767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dos van de la mano: el exceso de grasa, sobre todo en el abdomen, hace que la insulina funcione peor.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6034786"/>
            <a:ext cx="2767584" cy="804672"/>
          </a:xfrm>
          <a:prstGeom prst="roundRect">
            <a:avLst>
              <a:gd name="adj" fmla="val 11364"/>
            </a:avLst>
          </a:prstGeom>
          <a:solidFill>
            <a:srgbClr val="EEF7F6"/>
          </a:solidFill>
          <a:ln w="15875">
            <a:solidFill>
              <a:srgbClr val="F2B1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615365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6144514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se veía casi sólo en adultos; hoy también aparece en jóvenes.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2800" y="0"/>
            <a:ext cx="3352800" cy="7772400"/>
          </a:xfrm>
          <a:prstGeom prst="rect">
            <a:avLst/>
          </a:prstGeom>
          <a:solidFill>
            <a:srgbClr val="EEF7F6"/>
          </a:solidFill>
          <a:ln w="12700">
            <a:solidFill>
              <a:srgbClr val="EEF7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454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B13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6454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B4F5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 RELACIÓN CON NO MOVERSE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3645408" y="1936496"/>
            <a:ext cx="27675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Cuando haces ejercicio, tus músculos usan la glucosa como combustible. Si pasas el día sentado, la gastan menos y el cuerpo responde peor a la insulina.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45408" y="3256026"/>
            <a:ext cx="276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SEÑALES DE ALERTA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45408" y="3716020"/>
            <a:ext cx="475488" cy="47548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136" y="3825748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48912" y="3716020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Mucha sed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645408" y="4337812"/>
            <a:ext cx="475488" cy="47548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36" y="444754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48912" y="4337812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Orinar muy seguido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645408" y="4959604"/>
            <a:ext cx="475488" cy="47548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136" y="506933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48912" y="4959604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Cansancio constante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45408" y="5581396"/>
            <a:ext cx="475488" cy="47548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136" y="569112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48912" y="5581396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Vista borrosa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3645408" y="6333998"/>
            <a:ext cx="2767584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875">
            <a:solidFill>
              <a:srgbClr val="F2B134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136" y="6452870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084320" y="6443726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tienes estas señales, acude al médico. Sólo un estudio de sangre confirma la diabetes.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9982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B134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03</a:t>
            </a:r>
            <a:endParaRPr lang="en-US" sz="4000" dirty="0"/>
          </a:p>
        </p:txBody>
      </p:sp>
      <p:sp>
        <p:nvSpPr>
          <p:cNvPr id="31" name="Text 23"/>
          <p:cNvSpPr/>
          <p:nvPr/>
        </p:nvSpPr>
        <p:spPr>
          <a:xfrm>
            <a:off x="69982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B4F5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CÓMO PREVENIRLAS</a:t>
            </a:r>
            <a:endParaRPr lang="en-US" sz="2500" dirty="0"/>
          </a:p>
        </p:txBody>
      </p:sp>
      <p:sp>
        <p:nvSpPr>
          <p:cNvPr id="32" name="Shape 24"/>
          <p:cNvSpPr/>
          <p:nvPr/>
        </p:nvSpPr>
        <p:spPr>
          <a:xfrm>
            <a:off x="6998208" y="1580896"/>
            <a:ext cx="475488" cy="47548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7936" y="1690624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601712" y="1608328"/>
            <a:ext cx="216408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Muévete 60 minutos: </a:t>
            </a:r>
            <a:pPr indent="0" marL="0">
              <a:buNone/>
            </a:pPr>
            <a:r>
              <a:rPr lang="en-US" sz="115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 día: camina, corre, baila, juega.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6998208" y="2342896"/>
            <a:ext cx="475488" cy="47548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7936" y="2452624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601712" y="2342896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Toma agua: </a:t>
            </a:r>
            <a:pPr indent="0" marL="0">
              <a:buNone/>
            </a:pPr>
            <a:r>
              <a:rPr lang="en-US" sz="115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lugar de refrescos y jugos.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6998208" y="2964688"/>
            <a:ext cx="475488" cy="47548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7936" y="3074416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601712" y="2964688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Frutas y verduras: </a:t>
            </a:r>
            <a:pPr indent="0" marL="0">
              <a:buNone/>
            </a:pPr>
            <a:r>
              <a:rPr lang="en-US" sz="115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cada comida.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6998208" y="3586480"/>
            <a:ext cx="475488" cy="47548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7936" y="3696208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601712" y="3586480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Duerme bien: </a:t>
            </a:r>
            <a:pPr indent="0" marL="0">
              <a:buNone/>
            </a:pPr>
            <a:r>
              <a:rPr lang="en-US" sz="115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8 a 10 horas.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6998208" y="4208272"/>
            <a:ext cx="475488" cy="47548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7936" y="4318000"/>
            <a:ext cx="256032" cy="25603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601712" y="4208272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4F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Revisión médica: </a:t>
            </a:r>
            <a:pPr indent="0" marL="0">
              <a:buNone/>
            </a:pPr>
            <a:r>
              <a:rPr lang="en-US" sz="115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hay diabetes en tu familia.</a:t>
            </a:r>
            <a:endParaRPr lang="en-US" sz="1150" dirty="0"/>
          </a:p>
        </p:txBody>
      </p:sp>
      <p:sp>
        <p:nvSpPr>
          <p:cNvPr id="47" name="Shape 34"/>
          <p:cNvSpPr/>
          <p:nvPr/>
        </p:nvSpPr>
        <p:spPr>
          <a:xfrm>
            <a:off x="6998208" y="5323840"/>
            <a:ext cx="2767584" cy="804672"/>
          </a:xfrm>
          <a:prstGeom prst="roundRect">
            <a:avLst>
              <a:gd name="adj" fmla="val 11364"/>
            </a:avLst>
          </a:prstGeom>
          <a:solidFill>
            <a:srgbClr val="EEF7F6"/>
          </a:solidFill>
          <a:ln w="15875">
            <a:solidFill>
              <a:srgbClr val="F2B134"/>
            </a:solidFill>
            <a:prstDash val="solid"/>
          </a:ln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7936" y="5442712"/>
            <a:ext cx="256032" cy="25603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7437120" y="5433568"/>
            <a:ext cx="2237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E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lata de refresco de 355 ml puede traer cerca de 9 cucharaditas de azúcar.</a:t>
            </a:r>
            <a:endParaRPr lang="en-US" sz="1050" dirty="0"/>
          </a:p>
        </p:txBody>
      </p:sp>
      <p:sp>
        <p:nvSpPr>
          <p:cNvPr id="50" name="Shape 36"/>
          <p:cNvSpPr/>
          <p:nvPr/>
        </p:nvSpPr>
        <p:spPr>
          <a:xfrm>
            <a:off x="6998208" y="7269480"/>
            <a:ext cx="2767584" cy="274320"/>
          </a:xfrm>
          <a:prstGeom prst="roundRect">
            <a:avLst>
              <a:gd name="adj" fmla="val 50000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51" name="Text 37"/>
          <p:cNvSpPr/>
          <p:nvPr/>
        </p:nvSpPr>
        <p:spPr>
          <a:xfrm>
            <a:off x="6998208" y="726948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 · Bachillerato Rembrandt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Tríptico · Diabetes tipo 2 y obesidad</dc:title>
  <dc:subject>PptxGenJS Presentation</dc:subject>
  <dc:creator>PptxGenJS</dc:creator>
  <cp:lastModifiedBy>PptxGenJS</cp:lastModifiedBy>
  <cp:revision>1</cp:revision>
  <dcterms:created xsi:type="dcterms:W3CDTF">2026-10-21T17:49:15Z</dcterms:created>
  <dcterms:modified xsi:type="dcterms:W3CDTF">2026-10-21T17:49:15Z</dcterms:modified>
</cp:coreProperties>
</file>