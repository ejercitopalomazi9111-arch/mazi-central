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52800" cy="7772400"/>
          </a:xfrm>
          <a:prstGeom prst="rect">
            <a:avLst/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411480"/>
            <a:ext cx="566928" cy="5669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1078992"/>
            <a:ext cx="276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D1F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ESTÁS SOLO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92608" y="1965960"/>
            <a:ext cx="276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te sientes triste, angustiado o sin ganas casi todos los días: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" y="2532253"/>
            <a:ext cx="310896" cy="310896"/>
          </a:xfrm>
          <a:prstGeom prst="ellipse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5322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550541"/>
            <a:ext cx="2328672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Platícalo con alguien de confianza: tu familia, un amigo o un maestro.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3293872"/>
            <a:ext cx="310896" cy="310896"/>
          </a:xfrm>
          <a:prstGeom prst="ellipse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329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312160"/>
            <a:ext cx="2328672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 a orientación o al departamento psicopedagógico de tu escuela.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" y="4055491"/>
            <a:ext cx="310896" cy="310896"/>
          </a:xfrm>
          <a:prstGeom prst="ellipse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40554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4073779"/>
            <a:ext cx="2328672" cy="57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 a la Línea de la Vida: 800 911 2000. Es gratis y atiende las 24 horas, todos los días.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2608" y="6485954"/>
            <a:ext cx="2767584" cy="829247"/>
          </a:xfrm>
          <a:prstGeom prst="roundRect">
            <a:avLst>
              <a:gd name="adj" fmla="val 1102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" y="6577393"/>
            <a:ext cx="2493264" cy="646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Pedir ayuda es de valientes. El ejercicio ayuda, pero no sustituye la atención de un profesional.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43400" y="640080"/>
            <a:ext cx="1371600" cy="1371600"/>
          </a:xfrm>
          <a:prstGeom prst="ellipse">
            <a:avLst/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14400"/>
            <a:ext cx="822960" cy="8229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45408" y="2240280"/>
            <a:ext cx="276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1F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Mover el cuerpo también acomoda las ideas.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645408" y="3794760"/>
            <a:ext cx="2767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Elaboraron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Grupo: _______  Fecha: _______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45408" y="5532120"/>
            <a:ext cx="276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Fuentes: </a:t>
            </a:r>
            <a:pPr algn="ctr" indent="0" marL="0">
              <a:buNone/>
            </a:pPr>
            <a:r>
              <a:rPr lang="en-US" sz="750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OMS. Directrices sobre actividad física y comportamientos sedentarios (2020). OMS. Nota descriptiva «Actividad física» (26 de junio de 2024).</a:t>
            </a:r>
            <a:endParaRPr lang="en-US" sz="7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6446520"/>
            <a:ext cx="548640" cy="60899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705600" y="0"/>
            <a:ext cx="3352800" cy="77724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0" y="-822960"/>
            <a:ext cx="2834640" cy="2834640"/>
          </a:xfrm>
          <a:prstGeom prst="ellipse">
            <a:avLst/>
          </a:prstGeom>
          <a:solidFill>
            <a:srgbClr val="2EC4B6">
              <a:alpha val="18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98208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98208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513320" y="1234440"/>
            <a:ext cx="1737360" cy="17373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80" y="1600200"/>
            <a:ext cx="1005840" cy="10058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98208" y="329184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EC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PREVENCIÓN DE ENFERMEDADES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998208" y="3611880"/>
            <a:ext cx="2767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MENTE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ACTIVA</a:t>
            </a:r>
            <a:endParaRPr lang="en-US" sz="3600" dirty="0"/>
          </a:p>
        </p:txBody>
      </p:sp>
      <p:sp>
        <p:nvSpPr>
          <p:cNvPr id="32" name="Text 26"/>
          <p:cNvSpPr/>
          <p:nvPr/>
        </p:nvSpPr>
        <p:spPr>
          <a:xfrm>
            <a:off x="6998208" y="5440680"/>
            <a:ext cx="2767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ejercicio también cuida tu salud mental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998208" y="64465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512" y="6510528"/>
            <a:ext cx="420624" cy="46689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39456" y="6492240"/>
            <a:ext cx="1926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Bachillerato Rembrandt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3.1 · Tercer semestre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3528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37" name="Shape 30"/>
          <p:cNvSpPr/>
          <p:nvPr/>
        </p:nvSpPr>
        <p:spPr>
          <a:xfrm>
            <a:off x="67056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EC4B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926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3D1F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CUERPO QUIETO, MENTE CANSADA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92608" y="1936496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Pasar el día sentado y frente a pantallas también afecta el ánimo, el sueño y la concentración.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" y="3198114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Cuando te mueves, tu cuerpo libera sustancias que te hacen sentir mejor y bajan el estrés.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4459732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pantallas en la noche y la falta de movimiento hacen más difícil dormir bien.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5721350"/>
            <a:ext cx="2767584" cy="1018032"/>
          </a:xfrm>
          <a:prstGeom prst="roundRect">
            <a:avLst>
              <a:gd name="adj" fmla="val 10778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876798"/>
            <a:ext cx="243840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OMS señala que la actividad física reduce los síntomas de ansiedad y depresión.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2800" y="0"/>
            <a:ext cx="3352800" cy="7772400"/>
          </a:xfrm>
          <a:prstGeom prst="rect">
            <a:avLst/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54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EC4B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454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3D1F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BENEFICIOS PARA TU MENTE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3645408" y="1936496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5136" y="2046224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48912" y="19364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Mejor ánimo: </a:t>
            </a:r>
            <a:pPr indent="0" marL="0">
              <a:buNone/>
            </a:pPr>
            <a:r>
              <a:rPr lang="en-US" sz="115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menos estrés.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45408" y="2558288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136" y="266801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48912" y="255828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Mejor sueño: </a:t>
            </a:r>
            <a:pPr indent="0" marL="0">
              <a:buNone/>
            </a:pPr>
            <a:r>
              <a:rPr lang="en-US" sz="115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 duermes más rápido y descansas.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45408" y="3180080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3289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48912" y="318008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concentración: </a:t>
            </a:r>
            <a:pPr indent="0" marL="0">
              <a:buNone/>
            </a:pPr>
            <a:r>
              <a:rPr lang="en-US" sz="115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mejor rendimiento en la escuela.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645408" y="3801872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136" y="39116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48912" y="3801872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Amistades: </a:t>
            </a:r>
            <a:pPr indent="0" marL="0">
              <a:buNone/>
            </a:pPr>
            <a:r>
              <a:rPr lang="en-US" sz="115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jugar en equipo te conecta con otros.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45408" y="4423664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136" y="45333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48912" y="4423664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confianza: </a:t>
            </a:r>
            <a:pPr indent="0" marL="0">
              <a:buNone/>
            </a:pPr>
            <a:r>
              <a:rPr lang="en-US" sz="115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ver lo que tu cuerpo logra.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3645408" y="5539232"/>
            <a:ext cx="2767584" cy="633984"/>
          </a:xfrm>
          <a:prstGeom prst="roundRect">
            <a:avLst>
              <a:gd name="adj" fmla="val 14423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136" y="565810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84320" y="5648960"/>
            <a:ext cx="223723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Basta con empezar: una caminata de 10 minutos ya cuenta.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9982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EC4B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4000" dirty="0"/>
          </a:p>
        </p:txBody>
      </p:sp>
      <p:sp>
        <p:nvSpPr>
          <p:cNvPr id="31" name="Text 23"/>
          <p:cNvSpPr/>
          <p:nvPr/>
        </p:nvSpPr>
        <p:spPr>
          <a:xfrm>
            <a:off x="69982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3D1F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TU SEMANA ACTIVA</a:t>
            </a:r>
            <a:endParaRPr lang="en-US" sz="2500" dirty="0"/>
          </a:p>
        </p:txBody>
      </p:sp>
      <p:sp>
        <p:nvSpPr>
          <p:cNvPr id="32" name="Text 24"/>
          <p:cNvSpPr/>
          <p:nvPr/>
        </p:nvSpPr>
        <p:spPr>
          <a:xfrm>
            <a:off x="6998208" y="1580896"/>
            <a:ext cx="276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Escribe qué vas a hacer cada día (60 minutos):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998208" y="2373715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998208" y="2373715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Lun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7638288" y="2373715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998208" y="2894923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998208" y="2894923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638288" y="2894923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998208" y="3416131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998208" y="3416131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Mié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7638288" y="3416131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998208" y="3937339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998208" y="3937339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Jue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7638288" y="3937339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998208" y="4458547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998208" y="4458547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7638288" y="4458547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998208" y="4979755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998208" y="4979755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Sáb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7638288" y="4979755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998208" y="5500963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998208" y="5500963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7638288" y="5500963"/>
            <a:ext cx="2127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D1F6E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6998208" y="6248061"/>
            <a:ext cx="276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11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Elige algo que te guste: así es más fácil no dejarlo.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6998208" y="7269480"/>
            <a:ext cx="2767584" cy="274320"/>
          </a:xfrm>
          <a:prstGeom prst="roundRect">
            <a:avLst>
              <a:gd name="adj" fmla="val 50000"/>
            </a:avLst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6998208" y="726948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 · Bachillerato Rembrandt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Tríptico · Mente activa</dc:title>
  <dc:subject>PptxGenJS Presentation</dc:subject>
  <dc:creator>PptxGenJS</dc:creator>
  <cp:lastModifiedBy>PptxGenJS</cp:lastModifiedBy>
  <cp:revision>1</cp:revision>
  <dcterms:created xsi:type="dcterms:W3CDTF">2026-10-21T17:49:16Z</dcterms:created>
  <dcterms:modified xsi:type="dcterms:W3CDTF">2026-10-21T17:49:16Z</dcterms:modified>
</cp:coreProperties>
</file>