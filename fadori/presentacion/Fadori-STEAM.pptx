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4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9"/>
    <p:sldId id="259" r:id="rId25"/>
    <p:sldId id="260" r:id="rId11"/>
    <p:sldId id="261" r:id="rId26"/>
    <p:sldId id="262" r:id="rId27"/>
  </p:sldIdLst>
  <p:sldSz cx="18288000" cy="10287000"/>
  <p:notesSz cx="6858000" cy="9144000"/>
  <p:embeddedFontLst>
    <p:embeddedFont>
      <p:font typeface="Montaser Arabic Bold" charset="1" panose="00000800000000000000"/>
      <p:regular r:id="rId16"/>
    </p:embeddedFont>
    <p:embeddedFont>
      <p:font typeface="Montaser Arabic" charset="1" panose="00000500000000000000"/>
      <p:regular r:id="rId17"/>
    </p:embeddedFont>
    <p:embeddedFont>
      <p:font typeface="Montaser Arabic Heavy" charset="1" panose="00000A00000000000000"/>
      <p:regular r:id="rId18"/>
    </p:embeddedFont>
    <p:embeddedFont>
      <p:font typeface="League Spartan" charset="1" panose="00000800000000000000"/>
      <p:regular r:id="rId19"/>
    </p:embeddedFont>
    <p:embeddedFont>
      <p:font typeface="Nourd Bold" charset="1" panose="00000800000000000000"/>
      <p:regular r:id="rId20"/>
    </p:embeddedFont>
    <p:embeddedFont>
      <p:font typeface="Open Sans" charset="1" panose="020B0606030504020204"/>
      <p:regular r:id="rId21"/>
    </p:embeddedFont>
    <p:embeddedFont>
      <p:font typeface="Open Sans Bold" charset="1" panose="020B0806030504020204"/>
      <p:regular r:id="rId22"/>
    </p:embeddedFont>
    <p:embeddedFont>
      <p:font typeface="Open Sans Bold Italics" charset="1" panose="020B0806030504020204"/>
      <p:regular r:id="rId23"/>
    </p:embeddedFont>
    <p:embeddedFont>
      <p:font typeface="Montaser Arabic Medium" charset="1" panose="000006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1" Target="slides/slide6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9" Target="slides/slide4.xml" Type="http://schemas.openxmlformats.org/officeDocument/2006/relationships/slide"/>  <Relationship Id="rId25" Type="http://schemas.openxmlformats.org/officeDocument/2006/relationships/slide" Target="slides/slide11.xml"/>
  <Relationship Id="rId26" Type="http://schemas.openxmlformats.org/officeDocument/2006/relationships/slide" Target="slides/slide12.xml"/>
  <Relationship Id="rId27" Type="http://schemas.openxmlformats.org/officeDocument/2006/relationships/slide" Target="slides/slide13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ype="http://schemas.openxmlformats.org/officeDocument/2006/relationships/image" Target="../media/image_fadori_1.png"/><Relationship Id="rId9" Type="http://schemas.openxmlformats.org/officeDocument/2006/relationships/image" Target="../media/image_fadori_2.png"/><Relationship Id="rId10" Type="http://schemas.openxmlformats.org/officeDocument/2006/relationships/image" Target="../media/image_fadori_3.png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ype="http://schemas.openxmlformats.org/officeDocument/2006/relationships/image" Target="../media/image_fadori_4.png"/><Relationship Id="rId9" Type="http://schemas.openxmlformats.org/officeDocument/2006/relationships/image" Target="../media/image_fadori_5.png"/><Relationship Id="rId10" Type="http://schemas.openxmlformats.org/officeDocument/2006/relationships/image" Target="../media/image_fadori_6.png"/><Relationship Id="rId11" Type="http://schemas.openxmlformats.org/officeDocument/2006/relationships/image" Target="../media/image_fadori_7.png"/><Relationship Id="rId12" Type="http://schemas.openxmlformats.org/officeDocument/2006/relationships/image" Target="../media/image_fadori_8.png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ype="http://schemas.openxmlformats.org/officeDocument/2006/relationships/image" Target="../media/image_fadori_9.png"/><Relationship Id="rId9" Type="http://schemas.openxmlformats.org/officeDocument/2006/relationships/image" Target="../media/image_fadori_10.png"/><Relationship Id="rId10" Type="http://schemas.openxmlformats.org/officeDocument/2006/relationships/image" Target="../media/image_fadori_11.png"/><Relationship Id="rId11" Type="http://schemas.openxmlformats.org/officeDocument/2006/relationships/image" Target="../media/image_fadori_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68200" y="2992803"/>
            <a:ext cx="6019800" cy="7549658"/>
          </a:xfrm>
          <a:custGeom>
            <a:avLst/>
            <a:gdLst/>
            <a:ahLst/>
            <a:cxnLst/>
            <a:rect r="r" b="b" t="t" l="l"/>
            <a:pathLst>
              <a:path h="7549658" w="6019800">
                <a:moveTo>
                  <a:pt x="0" y="0"/>
                </a:moveTo>
                <a:lnTo>
                  <a:pt x="6019800" y="0"/>
                </a:lnTo>
                <a:lnTo>
                  <a:pt x="6019800" y="7549657"/>
                </a:lnTo>
                <a:lnTo>
                  <a:pt x="0" y="754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795" t="0" r="-187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145191" y="-1520742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0"/>
                </a:moveTo>
                <a:lnTo>
                  <a:pt x="2794159" y="5846530"/>
                </a:lnTo>
                <a:lnTo>
                  <a:pt x="2794159" y="0"/>
                </a:lnTo>
                <a:lnTo>
                  <a:pt x="0" y="0"/>
                </a:lnTo>
                <a:lnTo>
                  <a:pt x="0" y="58465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400" y="8752742"/>
            <a:ext cx="3012034" cy="1011107"/>
          </a:xfrm>
          <a:custGeom>
            <a:avLst/>
            <a:gdLst/>
            <a:ahLst/>
            <a:cxnLst/>
            <a:rect r="r" b="b" t="t" l="l"/>
            <a:pathLst>
              <a:path h="1011107" w="3012034">
                <a:moveTo>
                  <a:pt x="0" y="0"/>
                </a:moveTo>
                <a:lnTo>
                  <a:pt x="3012034" y="0"/>
                </a:lnTo>
                <a:lnTo>
                  <a:pt x="3012034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667" t="0" r="-2466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0000" y="891521"/>
            <a:ext cx="2819400" cy="1011107"/>
          </a:xfrm>
          <a:custGeom>
            <a:avLst/>
            <a:gdLst/>
            <a:ahLst/>
            <a:cxnLst/>
            <a:rect r="r" b="b" t="t" l="l"/>
            <a:pathLst>
              <a:path h="1011107" w="2819400">
                <a:moveTo>
                  <a:pt x="0" y="0"/>
                </a:moveTo>
                <a:lnTo>
                  <a:pt x="2819400" y="0"/>
                </a:lnTo>
                <a:lnTo>
                  <a:pt x="2819400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9769" t="0" r="-29769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51968" y="874119"/>
            <a:ext cx="2074640" cy="2074640"/>
            <a:chOff x="0" y="0"/>
            <a:chExt cx="2766187" cy="27661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6187" cy="2766187"/>
            </a:xfrm>
            <a:custGeom>
              <a:avLst/>
              <a:gdLst/>
              <a:ahLst/>
              <a:cxnLst/>
              <a:rect r="r" b="b" t="t" l="l"/>
              <a:pathLst>
                <a:path h="2766187" w="2766187">
                  <a:moveTo>
                    <a:pt x="0" y="0"/>
                  </a:moveTo>
                  <a:lnTo>
                    <a:pt x="2766187" y="0"/>
                  </a:lnTo>
                  <a:lnTo>
                    <a:pt x="2766187" y="2766187"/>
                  </a:lnTo>
                  <a:lnTo>
                    <a:pt x="0" y="2766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77800" y="141218"/>
            <a:ext cx="2202599" cy="1985734"/>
            <a:chOff x="0" y="0"/>
            <a:chExt cx="2936799" cy="26476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36748" cy="2647696"/>
            </a:xfrm>
            <a:custGeom>
              <a:avLst/>
              <a:gdLst/>
              <a:ahLst/>
              <a:cxnLst/>
              <a:rect r="r" b="b" t="t" l="l"/>
              <a:pathLst>
                <a:path h="2647696" w="2936748">
                  <a:moveTo>
                    <a:pt x="0" y="0"/>
                  </a:moveTo>
                  <a:lnTo>
                    <a:pt x="2936748" y="0"/>
                  </a:lnTo>
                  <a:lnTo>
                    <a:pt x="2936748" y="2647696"/>
                  </a:lnTo>
                  <a:lnTo>
                    <a:pt x="0" y="2647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460" r="-1" b="-545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6152" y="4526280"/>
            <a:ext cx="14712696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5010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</a:t>
            </a:r>
            <a:r>
              <a:rPr lang="en-US" sz="5010" b="true">
                <a:solidFill>
                  <a:srgbClr val="00306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iclo Académico </a:t>
            </a:r>
          </a:p>
          <a:p>
            <a:pPr algn="ctr">
              <a:lnSpc>
                <a:spcPts val="5511"/>
              </a:lnSpc>
            </a:pPr>
            <a:r>
              <a:rPr lang="en-US" sz="5010" b="true">
                <a:solidFill>
                  <a:srgbClr val="00306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Agosto - Diciembre 2026.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06240" y="7223760"/>
            <a:ext cx="1097280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908">
                <a:solidFill>
                  <a:srgbClr val="AC747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Integrantes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Renata Zoe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Brenda Natalia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Christopher Yuudai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Marco Olvera</a:t>
            </a:r>
          </a:p>
          <a:p>
            <a:pPr algn="l">
              <a:lnSpc>
                <a:spcPts val="2438"/>
              </a:lnSpc>
            </a:pPr>
            <a:r>
              <a:rPr lang="en-US" b="true" sz="2216" u="sng">
                <a:solidFill>
                  <a:srgbClr val="AC747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Carlos Gutiérrez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6152" y="3310128"/>
            <a:ext cx="1471269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4400" b="true">
                <a:solidFill>
                  <a:srgbClr val="AD0F0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B</a:t>
            </a:r>
            <a:r>
              <a:rPr lang="en-US" sz="4400" b="true">
                <a:solidFill>
                  <a:srgbClr val="07416B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achillerato</a:t>
            </a:r>
            <a:r>
              <a:rPr lang="en-US" sz="4400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R</a:t>
            </a:r>
            <a:r>
              <a:rPr lang="en-US" sz="4400" b="true">
                <a:solidFill>
                  <a:srgbClr val="0741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embrandt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6152" y="2286000"/>
            <a:ext cx="1471269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4400" b="true">
                <a:solidFill>
                  <a:srgbClr val="AD0F0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I</a:t>
            </a:r>
            <a:r>
              <a:rPr lang="en-US" sz="4400" b="true">
                <a:solidFill>
                  <a:srgbClr val="07416B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nstituto </a:t>
            </a:r>
            <a:r>
              <a:rPr lang="en-US" sz="4400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</a:t>
            </a:r>
            <a:r>
              <a:rPr lang="en-US" sz="4400" b="true">
                <a:solidFill>
                  <a:srgbClr val="07416B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ecnológico en </a:t>
            </a:r>
            <a:r>
              <a:rPr lang="en-US" sz="4400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</a:t>
            </a:r>
            <a:r>
              <a:rPr lang="en-US" sz="4400" b="true">
                <a:solidFill>
                  <a:srgbClr val="07416B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rogramación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6152" y="6355080"/>
            <a:ext cx="14712696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5"/>
              </a:lnSpc>
              <a:spcBef>
                <a:spcPct val="0"/>
              </a:spcBef>
            </a:pPr>
            <a:r>
              <a:rPr lang="en-US" b="true" sz="4500">
                <a:solidFill>
                  <a:srgbClr val="C89E9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3.1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6973" y="6042650"/>
            <a:ext cx="4791027" cy="4235282"/>
          </a:xfrm>
          <a:custGeom>
            <a:avLst/>
            <a:gdLst/>
            <a:ahLst/>
            <a:cxnLst/>
            <a:rect r="r" b="b" t="t" l="l"/>
            <a:pathLst>
              <a:path h="4235282" w="4791027">
                <a:moveTo>
                  <a:pt x="0" y="0"/>
                </a:moveTo>
                <a:lnTo>
                  <a:pt x="4791027" y="0"/>
                </a:lnTo>
                <a:lnTo>
                  <a:pt x="4791027" y="4235282"/>
                </a:lnTo>
                <a:lnTo>
                  <a:pt x="0" y="4235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13" r="0" b="-16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271245" y="-1278503"/>
            <a:ext cx="2400300" cy="4957305"/>
          </a:xfrm>
          <a:custGeom>
            <a:avLst/>
            <a:gdLst/>
            <a:ahLst/>
            <a:cxnLst/>
            <a:rect r="r" b="b" t="t" l="l"/>
            <a:pathLst>
              <a:path h="4957305" w="2400300">
                <a:moveTo>
                  <a:pt x="0" y="4957306"/>
                </a:moveTo>
                <a:lnTo>
                  <a:pt x="2400300" y="4957306"/>
                </a:lnTo>
                <a:lnTo>
                  <a:pt x="2400300" y="0"/>
                </a:lnTo>
                <a:lnTo>
                  <a:pt x="0" y="0"/>
                </a:lnTo>
                <a:lnTo>
                  <a:pt x="0" y="49573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9" r="0" b="-42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752742"/>
            <a:ext cx="2651360" cy="1011107"/>
          </a:xfrm>
          <a:custGeom>
            <a:avLst/>
            <a:gdLst/>
            <a:ahLst/>
            <a:cxnLst/>
            <a:rect r="r" b="b" t="t" l="l"/>
            <a:pathLst>
              <a:path h="1011107" w="2651360">
                <a:moveTo>
                  <a:pt x="0" y="0"/>
                </a:moveTo>
                <a:lnTo>
                  <a:pt x="2651360" y="0"/>
                </a:lnTo>
                <a:lnTo>
                  <a:pt x="2651360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4824" t="0" r="-3482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6977" y="891521"/>
            <a:ext cx="2701023" cy="1011107"/>
          </a:xfrm>
          <a:custGeom>
            <a:avLst/>
            <a:gdLst/>
            <a:ahLst/>
            <a:cxnLst/>
            <a:rect r="r" b="b" t="t" l="l"/>
            <a:pathLst>
              <a:path h="1011107" w="2701023">
                <a:moveTo>
                  <a:pt x="0" y="0"/>
                </a:moveTo>
                <a:lnTo>
                  <a:pt x="2701023" y="0"/>
                </a:lnTo>
                <a:lnTo>
                  <a:pt x="2701023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3265" t="0" r="-33265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4293" y="6406753"/>
            <a:ext cx="2074640" cy="2074640"/>
            <a:chOff x="0" y="0"/>
            <a:chExt cx="2766187" cy="27661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6187" cy="2766187"/>
            </a:xfrm>
            <a:custGeom>
              <a:avLst/>
              <a:gdLst/>
              <a:ahLst/>
              <a:cxnLst/>
              <a:rect r="r" b="b" t="t" l="l"/>
              <a:pathLst>
                <a:path h="2766187" w="2766187">
                  <a:moveTo>
                    <a:pt x="0" y="0"/>
                  </a:moveTo>
                  <a:lnTo>
                    <a:pt x="2766187" y="0"/>
                  </a:lnTo>
                  <a:lnTo>
                    <a:pt x="2766187" y="2766187"/>
                  </a:lnTo>
                  <a:lnTo>
                    <a:pt x="0" y="2766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89067" y="198120"/>
            <a:ext cx="2397909" cy="2397909"/>
            <a:chOff x="0" y="0"/>
            <a:chExt cx="3197212" cy="31972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97225" cy="3197225"/>
            </a:xfrm>
            <a:custGeom>
              <a:avLst/>
              <a:gdLst/>
              <a:ahLst/>
              <a:cxnLst/>
              <a:rect r="r" b="b" t="t" l="l"/>
              <a:pathLst>
                <a:path h="3197225" w="3197225">
                  <a:moveTo>
                    <a:pt x="0" y="0"/>
                  </a:moveTo>
                  <a:lnTo>
                    <a:pt x="3197225" y="0"/>
                  </a:lnTo>
                  <a:lnTo>
                    <a:pt x="3197225" y="3197225"/>
                  </a:lnTo>
                  <a:lnTo>
                    <a:pt x="0" y="319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754880" y="457200"/>
            <a:ext cx="877824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5678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B</a:t>
            </a:r>
            <a:r>
              <a:rPr lang="en-US" sz="5678" b="true">
                <a:solidFill>
                  <a:srgbClr val="0741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achillerato</a:t>
            </a:r>
            <a:r>
              <a:rPr lang="en-US" sz="5678" b="true">
                <a:solidFill>
                  <a:srgbClr val="AD0F0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R</a:t>
            </a:r>
            <a:r>
              <a:rPr lang="en-US" sz="5678" b="true">
                <a:solidFill>
                  <a:srgbClr val="0741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embrandt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419" y="2286000"/>
            <a:ext cx="16499720" cy="723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4"/>
              </a:lnSpc>
              <a:spcBef>
                <a:spcPct val="0"/>
              </a:spcBef>
            </a:pPr>
            <a:r>
              <a:rPr lang="en-US" b="true" sz="362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STEAM </a:t>
            </a:r>
          </a:p>
          <a:p>
            <a:pPr algn="ctr">
              <a:lnSpc>
                <a:spcPts val="5694"/>
              </a:lnSpc>
              <a:spcBef>
                <a:spcPct val="0"/>
              </a:spcBef>
            </a:pPr>
          </a:p>
          <a:p>
            <a:pPr algn="l">
              <a:lnSpc>
                <a:spcPts val="10710"/>
              </a:lnSpc>
            </a:pPr>
            <a:r>
              <a:rPr lang="en-US" b="true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</a:t>
            </a:r>
            <a:r>
              <a:rPr lang="en-US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</a:t>
            </a:r>
            <a:r>
              <a:rPr lang="en-US" sz="11900" spc="-1059">
                <a:solidFill>
                  <a:srgbClr val="07416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Proyecto</a:t>
            </a:r>
            <a:r>
              <a:rPr lang="en-US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>
              <a:lnSpc>
                <a:spcPts val="10710"/>
              </a:lnSpc>
            </a:pPr>
            <a:r>
              <a:rPr lang="en-US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           </a:t>
            </a:r>
            <a:r>
              <a:rPr lang="en-US" sz="11900" spc="-1059">
                <a:solidFill>
                  <a:srgbClr val="FF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Sin</a:t>
            </a:r>
            <a:r>
              <a:rPr lang="en-US" sz="11900" spc="-1059">
                <a:solidFill>
                  <a:srgbClr val="82007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Filas</a:t>
            </a:r>
            <a:r>
              <a:rPr lang="en-US" sz="11900" spc="-10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>
              <a:lnSpc>
                <a:spcPts val="9649"/>
              </a:lnSpc>
              <a:spcBef>
                <a:spcPct val="0"/>
              </a:spcBef>
            </a:pPr>
          </a:p>
          <a:p>
            <a:pPr algn="l">
              <a:lnSpc>
                <a:spcPts val="9649"/>
              </a:lnSpc>
              <a:spcBef>
                <a:spcPct val="0"/>
              </a:spcBef>
            </a:pPr>
          </a:p>
          <a:p>
            <a:pPr algn="ctr">
              <a:lnSpc>
                <a:spcPts val="5694"/>
              </a:lnSpc>
              <a:spcBef>
                <a:spcPct val="0"/>
              </a:spcBef>
            </a:pPr>
            <a:r>
              <a:rPr lang="en-US" b="true" sz="362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Agosto – Diciembre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07206" y="6197203"/>
            <a:ext cx="12985280" cy="215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b="true" sz="5543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Pedir sin fila.</a:t>
            </a:r>
            <a:r>
              <a:rPr lang="en-US" b="true" sz="5543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Comer con calma.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523142"/>
            <a:ext cx="4155310" cy="1011107"/>
          </a:xfrm>
          <a:custGeom>
            <a:avLst/>
            <a:gdLst/>
            <a:ahLst/>
            <a:cxnLst/>
            <a:rect r="r" b="b" t="t" l="l"/>
            <a:pathLst>
              <a:path h="1011107" w="4155310">
                <a:moveTo>
                  <a:pt x="0" y="0"/>
                </a:moveTo>
                <a:lnTo>
                  <a:pt x="4155310" y="0"/>
                </a:lnTo>
                <a:lnTo>
                  <a:pt x="4155310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123" t="0" r="-412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04970" y="729820"/>
            <a:ext cx="8683030" cy="3086100"/>
            <a:chOff x="0" y="0"/>
            <a:chExt cx="228688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889" cy="812800"/>
            </a:xfrm>
            <a:custGeom>
              <a:avLst/>
              <a:gdLst/>
              <a:ahLst/>
              <a:cxnLst/>
              <a:rect r="r" b="b" t="t" l="l"/>
              <a:pathLst>
                <a:path h="812800" w="2286889">
                  <a:moveTo>
                    <a:pt x="45472" y="0"/>
                  </a:moveTo>
                  <a:lnTo>
                    <a:pt x="2241416" y="0"/>
                  </a:lnTo>
                  <a:cubicBezTo>
                    <a:pt x="2266530" y="0"/>
                    <a:pt x="2286889" y="20359"/>
                    <a:pt x="2286889" y="45472"/>
                  </a:cubicBezTo>
                  <a:lnTo>
                    <a:pt x="2286889" y="767328"/>
                  </a:lnTo>
                  <a:cubicBezTo>
                    <a:pt x="2286889" y="792441"/>
                    <a:pt x="2266530" y="812800"/>
                    <a:pt x="2241416" y="812800"/>
                  </a:cubicBezTo>
                  <a:lnTo>
                    <a:pt x="45472" y="812800"/>
                  </a:lnTo>
                  <a:cubicBezTo>
                    <a:pt x="20359" y="812800"/>
                    <a:pt x="0" y="792441"/>
                    <a:pt x="0" y="767328"/>
                  </a:cubicBezTo>
                  <a:lnTo>
                    <a:pt x="0" y="45472"/>
                  </a:lnTo>
                  <a:cubicBezTo>
                    <a:pt x="0" y="20359"/>
                    <a:pt x="20359" y="0"/>
                    <a:pt x="45472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286889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604970" y="866775"/>
            <a:ext cx="8683030" cy="26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6"/>
              </a:lnSpc>
              <a:spcBef>
                <a:spcPct val="0"/>
              </a:spcBef>
            </a:pPr>
            <a:r>
              <a:rPr lang="en-US" b="true" sz="460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⏰ Tiempo perdido</a:t>
            </a:r>
          </a:p>
          <a:p>
            <a:pPr algn="ctr">
              <a:lnSpc>
                <a:spcPts val="7226"/>
              </a:lnSpc>
              <a:spcBef>
                <a:spcPct val="0"/>
              </a:spcBef>
            </a:pPr>
            <a:r>
              <a:rPr lang="en-US" b="true" sz="460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7360" y="1417320"/>
            <a:ext cx="475488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7360" y="2377440"/>
            <a:ext cx="73152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7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¿Qué</a:t>
            </a:r>
            <a:r>
              <a:rPr lang="en-US" b="true" sz="51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está pasando?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7360" y="5394960"/>
            <a:ext cx="73152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8"/>
              </a:lnSpc>
              <a:spcBef>
                <a:spcPct val="0"/>
              </a:spcBef>
            </a:pPr>
            <a:r>
              <a:rPr lang="en-US" b="true" sz="515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⏳ Fi</a:t>
            </a:r>
            <a:r>
              <a:rPr lang="en-US" b="true" sz="515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las enormes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7360" y="6583680"/>
            <a:ext cx="73152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H</a:t>
            </a: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asta 20 minutos formado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54312" y="5394960"/>
            <a:ext cx="73152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7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📋</a:t>
            </a:r>
            <a:r>
              <a:rPr lang="en-US" b="true" sz="51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Pedidos manuales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0679" y="5901401"/>
            <a:ext cx="5562366" cy="138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411200" y="6436945"/>
            <a:ext cx="4876800" cy="4000500"/>
          </a:xfrm>
          <a:custGeom>
            <a:avLst/>
            <a:gdLst/>
            <a:ahLst/>
            <a:cxnLst/>
            <a:rect r="r" b="b" t="t" l="l"/>
            <a:pathLst>
              <a:path h="4000500" w="4876800">
                <a:moveTo>
                  <a:pt x="0" y="0"/>
                </a:moveTo>
                <a:lnTo>
                  <a:pt x="4876800" y="0"/>
                </a:lnTo>
                <a:lnTo>
                  <a:pt x="48768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95" r="0" b="-559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453324" y="804462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158276" y="1415224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0592" y="3291840"/>
            <a:ext cx="1335024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  <a:spcBef>
                <a:spcPct val="0"/>
              </a:spcBef>
            </a:pPr>
          </a:p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¿Qué queremos lograr?</a:t>
            </a:r>
          </a:p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Digitalizar los pedidos y bajar la espera 60%.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14800" y="585216"/>
            <a:ext cx="10058400" cy="232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</a:t>
            </a:r>
          </a:p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Justificación</a:t>
            </a:r>
            <a:r>
              <a:rPr lang="en-US" sz="3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453324" y="804462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158276" y="1415224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37360" y="777240"/>
            <a:ext cx="1481328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¿Cómo funciona?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2304" y="2286000"/>
            <a:ext cx="1416405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b="true" sz="3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Dejas tu pedido, recibes turno, vas cuando esté listo.</a:t>
            </a:r>
          </a:p>
        </p:txBody>
      </p:sp>
      <p:pic>
        <p:nvPicPr>
          <p:cNvPr id="901" name="Fadori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0" y="4590991"/>
            <a:ext cx="3108960" cy="5046081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02" name="Fadori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7403" y="4480560"/>
            <a:ext cx="3761673" cy="4398264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03" name="Fadori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4320" y="4480560"/>
            <a:ext cx="5120640" cy="2880360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453324" y="804462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158276" y="1415224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26480" y="777240"/>
            <a:ext cx="1060704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STEAM en Fadori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680" y="2331720"/>
            <a:ext cx="146304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b="true" sz="3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 medir · T programar · E ordenar · A diseñar · M calcular</a:t>
            </a:r>
          </a:p>
        </p:txBody>
      </p:sp>
      <p:pic>
        <p:nvPicPr>
          <p:cNvPr id="904" name="Fadori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680" y="5323360"/>
            <a:ext cx="2743200" cy="1423358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05" name="Fadori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4431323"/>
            <a:ext cx="2743200" cy="3207433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06" name="Fadori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79" y="4876621"/>
            <a:ext cx="2926080" cy="2316837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07" name="Fadori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09960" y="4684767"/>
            <a:ext cx="2743200" cy="2700545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08" name="Fadori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81760" y="5526292"/>
            <a:ext cx="2743200" cy="1017494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9093" y="5143500"/>
            <a:ext cx="5658907" cy="5143500"/>
          </a:xfrm>
          <a:custGeom>
            <a:avLst/>
            <a:gdLst/>
            <a:ahLst/>
            <a:cxnLst/>
            <a:rect r="r" b="b" t="t" l="l"/>
            <a:pathLst>
              <a:path h="5143500" w="5658907">
                <a:moveTo>
                  <a:pt x="0" y="0"/>
                </a:moveTo>
                <a:lnTo>
                  <a:pt x="5658907" y="0"/>
                </a:lnTo>
                <a:lnTo>
                  <a:pt x="565890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526191" y="-1466126"/>
            <a:ext cx="2794159" cy="5846531"/>
          </a:xfrm>
          <a:custGeom>
            <a:avLst/>
            <a:gdLst/>
            <a:ahLst/>
            <a:cxnLst/>
            <a:rect r="r" b="b" t="t" l="l"/>
            <a:pathLst>
              <a:path h="5846531" w="2794159">
                <a:moveTo>
                  <a:pt x="0" y="5846531"/>
                </a:moveTo>
                <a:lnTo>
                  <a:pt x="2794159" y="5846531"/>
                </a:lnTo>
                <a:lnTo>
                  <a:pt x="2794159" y="0"/>
                </a:lnTo>
                <a:lnTo>
                  <a:pt x="0" y="0"/>
                </a:lnTo>
                <a:lnTo>
                  <a:pt x="0" y="58465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453324" y="8044625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7"/>
                </a:lnTo>
                <a:lnTo>
                  <a:pt x="0" y="1011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158276" y="1415224"/>
            <a:ext cx="4527366" cy="1011107"/>
          </a:xfrm>
          <a:custGeom>
            <a:avLst/>
            <a:gdLst/>
            <a:ahLst/>
            <a:cxnLst/>
            <a:rect r="r" b="b" t="t" l="l"/>
            <a:pathLst>
              <a:path h="1011107" w="4527366">
                <a:moveTo>
                  <a:pt x="0" y="0"/>
                </a:moveTo>
                <a:lnTo>
                  <a:pt x="4527365" y="0"/>
                </a:lnTo>
                <a:lnTo>
                  <a:pt x="4527365" y="1011108"/>
                </a:lnTo>
                <a:lnTo>
                  <a:pt x="0" y="101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5" r="0" b="-3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26480" y="777240"/>
            <a:ext cx="1060704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Estado actual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680" y="2331720"/>
            <a:ext cx="146304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b="true" sz="3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En uso. Nuevo: credencial, pantalla, cobro y estado de cuenta.</a:t>
            </a:r>
          </a:p>
        </p:txBody>
      </p:sp>
      <p:pic>
        <p:nvPicPr>
          <p:cNvPr id="909" name="Fadori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680" y="4464147"/>
            <a:ext cx="2743200" cy="3324664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10" name="Fadori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4686300"/>
            <a:ext cx="5120640" cy="2880360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11" name="Fadori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2720" y="4213098"/>
            <a:ext cx="3017520" cy="3826763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12" name="Fadori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78840" y="4453128"/>
            <a:ext cx="3291840" cy="3346704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DAHSLYJ7KzI</dc:identifier>
  <dcterms:modified xsi:type="dcterms:W3CDTF">2011-08-01T06:04:30Z</dcterms:modified>
  <cp:revision>1</cp:revision>
  <dc:title>Formato_Presentaciones Ago-Dic2025.pptx</dc:title>
</cp:coreProperties>
</file>