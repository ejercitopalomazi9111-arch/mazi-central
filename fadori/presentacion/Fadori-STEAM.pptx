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los nombres de los integrantes antes de presentar. La rúbrica pide que vayan en la primera 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duro: la fila se come el recreo completo. Quien se forma, no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Cuantitativo porque la app mide sola: segundos por despacho, cuántos alcanzaron, porcentaje que no. Deductivo porque partimos de una regla general —atender lo rápido primero baja el promedio— y la comprobamos con los datos del recreo.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1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-cortinil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335" y="457200"/>
            <a:ext cx="2746450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480560" y="137160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Fadori.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480560" y="26974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sin hacer fila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480560" y="34290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Bachillerato Rembrandt · STEAM · 2025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480560" y="4480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8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Carlos · [nombre] · [nombre] · [nombre]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7280" y="209397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939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18288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26280" y="182880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209397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0939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32120" y="18288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182880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503920" y="209397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20939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235440" y="18288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Misión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22960" y="324612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7280" y="351129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511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28800" y="32461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26280" y="324612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351129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511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532120" y="32461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229600" y="324612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503920" y="351129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3511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32461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822960" y="466344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97280" y="492861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828800" y="4663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4526280" y="466344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492861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532120" y="4663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8229600" y="466344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503920" y="4928616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03920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235440" y="4663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80"/>
              </a:lnSpc>
              <a:buNone/>
            </a:pPr>
            <a:r>
              <a:rPr lang="en-US" sz="2600" dirty="0">
                <a:solidFill>
                  <a:srgbClr val="2E1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Treinta minutos de fila. Veinte minutos de recreo.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2377440" cy="2103120"/>
          </a:xfrm>
          <a:prstGeom prst="roundRect">
            <a:avLst>
              <a:gd name="adj" fmla="val 6087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3429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 formado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66160" y="3291840"/>
            <a:ext cx="2377440" cy="2103120"/>
          </a:xfrm>
          <a:prstGeom prst="roundRect">
            <a:avLst>
              <a:gd name="adj" fmla="val 6087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3429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3566160" y="4572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 de recreo</a:t>
            </a:r>
            <a:endParaRPr lang="en-US" sz="1400" dirty="0"/>
          </a:p>
        </p:txBody>
      </p:sp>
      <p:pic>
        <p:nvPicPr>
          <p:cNvPr id="10" name="Image 0" descr="04-pantalla-turn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4597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Fadori?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80"/>
              </a:lnSpc>
              <a:buNone/>
            </a:pPr>
            <a:r>
              <a:rPr lang="en-US" sz="2600" dirty="0">
                <a:solidFill>
                  <a:srgbClr val="2E1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que ordena la cafetería sin filas.</a:t>
            </a:r>
            <a:endParaRPr lang="en-US" sz="2600" dirty="0"/>
          </a:p>
        </p:txBody>
      </p:sp>
      <p:pic>
        <p:nvPicPr>
          <p:cNvPr id="4" name="Image 0" descr="02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9101" y="502920"/>
            <a:ext cx="2704197" cy="5852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0175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Escoge desde el salón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1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97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20"/>
              </a:lnSpc>
              <a:buNone/>
            </a:pPr>
            <a:r>
              <a:rPr lang="en-US" sz="340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recreo se va formado, no comiendo.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C9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plato fuerte casi nunca alcanza.</a:t>
            </a:r>
            <a:endParaRPr lang="en-US" sz="2000" dirty="0"/>
          </a:p>
        </p:txBody>
      </p:sp>
      <p:pic>
        <p:nvPicPr>
          <p:cNvPr id="5" name="Image 0" descr="03-mi-tur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548" y="548640"/>
            <a:ext cx="2661944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funciona?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383280" cy="4480560"/>
          </a:xfrm>
          <a:prstGeom prst="roundRect">
            <a:avLst>
              <a:gd name="adj" fmla="val 3784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pic>
        <p:nvPicPr>
          <p:cNvPr id="4" name="Image 0" descr="02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5171" y="2148840"/>
            <a:ext cx="1478858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31136" y="1325880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231136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Pide desde el salón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17720" y="1600200"/>
            <a:ext cx="3383280" cy="4480560"/>
          </a:xfrm>
          <a:prstGeom prst="roundRect">
            <a:avLst>
              <a:gd name="adj" fmla="val 3784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pic>
        <p:nvPicPr>
          <p:cNvPr id="9" name="Image 1" descr="03-mi-tu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9931" y="2148840"/>
            <a:ext cx="1478858" cy="3200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025896" y="1325880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025896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4617720" y="54406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 su turno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412480" y="1600200"/>
            <a:ext cx="3383280" cy="4480560"/>
          </a:xfrm>
          <a:prstGeom prst="roundRect">
            <a:avLst>
              <a:gd name="adj" fmla="val 3784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pic>
        <p:nvPicPr>
          <p:cNvPr id="14" name="Image 2" descr="04-pantalla-turn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926080"/>
            <a:ext cx="2926080" cy="16459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820656" y="1325880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820656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8412480" y="54406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 cuando está listo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sirve?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80"/>
              </a:lnSpc>
              <a:buNone/>
            </a:pPr>
            <a:r>
              <a:rPr lang="en-US" sz="2600" dirty="0">
                <a:solidFill>
                  <a:srgbClr val="2E1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comer, descansar y convivir en el recreo.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3383280"/>
            <a:ext cx="3383280" cy="1920240"/>
          </a:xfrm>
          <a:prstGeom prst="roundRect">
            <a:avLst>
              <a:gd name="adj" fmla="val 6667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338328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617720" y="3383280"/>
            <a:ext cx="3383280" cy="1920240"/>
          </a:xfrm>
          <a:prstGeom prst="roundRect">
            <a:avLst>
              <a:gd name="adj" fmla="val 6667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7720" y="338328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Descansar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412480" y="3383280"/>
            <a:ext cx="3383280" cy="1920240"/>
          </a:xfrm>
          <a:prstGeom prst="roundRect">
            <a:avLst>
              <a:gd name="adj" fmla="val 6667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338328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Convivir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E1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 STEAM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40"/>
              </a:lnSpc>
              <a:buNone/>
            </a:pPr>
            <a:r>
              <a:rPr lang="en-US" sz="3800" dirty="0">
                <a:solidFill>
                  <a:srgbClr val="FF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Devolverle al alumno el tiempo que la fila roba.</a:t>
            </a:r>
            <a:endParaRPr lang="en-US" sz="3800" dirty="0"/>
          </a:p>
        </p:txBody>
      </p:sp>
      <p:pic>
        <p:nvPicPr>
          <p:cNvPr id="4" name="Image 0" descr="01-cortinil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4187" y="822960"/>
            <a:ext cx="2408426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1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STEAM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40"/>
              </a:lnSpc>
              <a:buNone/>
            </a:pPr>
            <a:r>
              <a:rPr lang="en-US" sz="3800" dirty="0">
                <a:solidFill>
                  <a:srgbClr val="FF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ninguna cafetería escolar vuelva a necesitar filas.</a:t>
            </a:r>
            <a:endParaRPr lang="en-US" sz="3800" dirty="0"/>
          </a:p>
        </p:txBody>
      </p:sp>
      <p:pic>
        <p:nvPicPr>
          <p:cNvPr id="4" name="Image 0" descr="04-pantalla-turn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3746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general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2103120"/>
            <a:ext cx="3383280" cy="3108960"/>
          </a:xfrm>
          <a:prstGeom prst="roundRect">
            <a:avLst>
              <a:gd name="adj" fmla="val 4118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231136" y="1874520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3113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617720" y="2103120"/>
            <a:ext cx="3383280" cy="3108960"/>
          </a:xfrm>
          <a:prstGeom prst="roundRect">
            <a:avLst>
              <a:gd name="adj" fmla="val 4118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25896" y="1874520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2589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17720" y="30175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8412480" y="2103120"/>
            <a:ext cx="3383280" cy="3108960"/>
          </a:xfrm>
          <a:prstGeom prst="roundRect">
            <a:avLst>
              <a:gd name="adj" fmla="val 4118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820656" y="1874520"/>
            <a:ext cx="566928" cy="5669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065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12480" y="30175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412480" y="37947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específico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40"/>
              </a:lnSpc>
              <a:buNone/>
            </a:pPr>
            <a:r>
              <a:rPr lang="en-US" sz="2800" dirty="0">
                <a:solidFill>
                  <a:srgbClr val="2E1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Bajar la fila física a la mitad.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3108960"/>
            <a:ext cx="5120640" cy="2377440"/>
          </a:xfrm>
          <a:prstGeom prst="roundRect">
            <a:avLst>
              <a:gd name="adj" fmla="val 5385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32918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−50 %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4709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gente formada</a:t>
            </a:r>
            <a:endParaRPr lang="en-US" sz="1600" dirty="0"/>
          </a:p>
        </p:txBody>
      </p:sp>
      <p:pic>
        <p:nvPicPr>
          <p:cNvPr id="7" name="Image 0" descr="08-graf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833777"/>
            <a:ext cx="4937760" cy="25620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20"/>
              </a:lnSpc>
              <a:buNone/>
            </a:pPr>
            <a:r>
              <a:rPr lang="en-US" sz="2400" dirty="0">
                <a:solidFill>
                  <a:srgbClr val="2E1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Cuantitativo y deductivo: medimos tiempos, comprobamos la hipótesis.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01752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3291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Cuantitativo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9776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E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Segundos, turnos y porcentajes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17720" y="301752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3291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Cualitativo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892040" y="39776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vive el recreo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412480" y="301752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0" y="3291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Deductivo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0" y="39776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regla al caso medido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1371600" cy="13716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22960" y="6400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468880" y="6400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Ciencia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Medimos la fila antes y después.</a:t>
            </a:r>
            <a:endParaRPr lang="en-US" sz="2200" dirty="0"/>
          </a:p>
        </p:txBody>
      </p:sp>
      <p:pic>
        <p:nvPicPr>
          <p:cNvPr id="6" name="Image 0" descr="08-graf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190247"/>
            <a:ext cx="5303520" cy="27518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1371600" cy="13716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22960" y="6400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468880" y="6400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web, servidor propio, funciona sin internet.</a:t>
            </a:r>
            <a:endParaRPr lang="en-US" sz="2200" dirty="0"/>
          </a:p>
        </p:txBody>
      </p:sp>
      <p:pic>
        <p:nvPicPr>
          <p:cNvPr id="6" name="Image 0" descr="02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8380" y="118872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1371600" cy="13716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22960" y="6400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468880" y="6400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fila se ordena sola, con tope justo.</a:t>
            </a:r>
            <a:endParaRPr lang="en-US" sz="2200" dirty="0"/>
          </a:p>
        </p:txBody>
      </p:sp>
      <p:pic>
        <p:nvPicPr>
          <p:cNvPr id="6" name="Image 0" descr="05-mostr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396538"/>
            <a:ext cx="5303520" cy="43392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1371600" cy="13716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22960" y="6400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468880" y="6400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propia: logo, color y tipografía.</a:t>
            </a:r>
            <a:endParaRPr lang="en-US" sz="2200" dirty="0"/>
          </a:p>
        </p:txBody>
      </p:sp>
      <p:pic>
        <p:nvPicPr>
          <p:cNvPr id="6" name="Image 0" descr="01-cortinil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8380" y="118872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40080"/>
            <a:ext cx="1371600" cy="13716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22960" y="6400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468880" y="64008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Matemáticas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Turnos, promedios y porcentajes calculados solos.</a:t>
            </a:r>
            <a:endParaRPr lang="en-US" sz="2200" dirty="0"/>
          </a:p>
        </p:txBody>
      </p:sp>
      <p:pic>
        <p:nvPicPr>
          <p:cNvPr id="6" name="Image 0" descr="07-cif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582582"/>
            <a:ext cx="5303520" cy="19671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actual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20"/>
              </a:lnSpc>
              <a:buNone/>
            </a:pPr>
            <a:r>
              <a:rPr lang="en-US" sz="2400" dirty="0">
                <a:solidFill>
                  <a:srgbClr val="2E1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Terminada, publicada y en línea. Cuatro pantallas.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971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2971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20040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77840" y="283464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3ECE1"/>
          </a:solidFill>
          <a:ln w="12700">
            <a:solidFill>
              <a:srgbClr val="E6D9C6"/>
            </a:solidFill>
            <a:prstDash val="solid"/>
          </a:ln>
          <a:effectLst>
            <a:outerShdw sx="100000" sy="100000" kx="0" ky="0" algn="bl" rotWithShape="0" blurRad="228600" dist="63500" dir="5400000">
              <a:srgbClr val="2E1B1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577840" y="2971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57784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5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línea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mazi-central.palomazi9111.workers.dev/fadori/</a:t>
            </a:r>
            <a:endParaRPr lang="en-US" sz="1400" dirty="0"/>
          </a:p>
        </p:txBody>
      </p:sp>
      <p:pic>
        <p:nvPicPr>
          <p:cNvPr id="14" name="Image 0" descr="05-mostr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978429"/>
            <a:ext cx="3657600" cy="299258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1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esperado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80"/>
              </a:lnSpc>
              <a:buNone/>
            </a:pPr>
            <a:r>
              <a:rPr lang="en-US" sz="2600" dirty="0">
                <a:solidFill>
                  <a:srgbClr val="2E1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que no desperdician tiempo valioso.</a:t>
            </a:r>
            <a:endParaRPr lang="en-US" sz="2600" dirty="0"/>
          </a:p>
        </p:txBody>
      </p:sp>
      <p:pic>
        <p:nvPicPr>
          <p:cNvPr id="4" name="Image 0" descr="07-cif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039" y="2743200"/>
            <a:ext cx="9121442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1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-cortinil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1708" y="548640"/>
            <a:ext cx="2661944" cy="5760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9202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Fadori.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sin fila. Comer con calma.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Fadori · Proyecto STEAM</dc:title>
  <dc:subject>PptxGenJS Presentation</dc:subject>
  <dc:creator>Grupo Mazi</dc:creator>
  <cp:lastModifiedBy>Grupo Mazi</cp:lastModifiedBy>
  <cp:revision>1</cp:revision>
  <dcterms:created xsi:type="dcterms:W3CDTF">2026-08-23T21:55:14Z</dcterms:created>
  <dcterms:modified xsi:type="dcterms:W3CDTF">2026-08-23T21:55:14Z</dcterms:modified>
</cp:coreProperties>
</file>