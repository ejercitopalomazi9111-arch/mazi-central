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482" r:id="rId3"/>
    <p:sldId id="483" r:id="rId4"/>
    <p:sldId id="484" r:id="rId5"/>
    <p:sldId id="485" r:id="rId6"/>
    <p:sldId id="486" r:id="rId7"/>
    <p:sldId id="487" r:id="rId8"/>
    <p:sldId id="488" r:id="rId9"/>
    <p:sldId id="489" r:id="rId10"/>
    <p:sldId id="490" r:id="rId11"/>
    <p:sldId id="491" r:id="rId12"/>
    <p:sldId id="493" r:id="rId13"/>
    <p:sldId id="498" r:id="rId14"/>
    <p:sldId id="495" r:id="rId15"/>
    <p:sldId id="500" r:id="rId16"/>
    <p:sldId id="506" r:id="rId17"/>
    <p:sldId id="497" r:id="rId18"/>
    <p:sldId id="499" r:id="rId19"/>
    <p:sldId id="501" r:id="rId20"/>
    <p:sldId id="502" r:id="rId21"/>
    <p:sldId id="503" r:id="rId22"/>
    <p:sldId id="504" r:id="rId23"/>
    <p:sldId id="505" r:id="rId24"/>
    <p:sldId id="507" r:id="rId25"/>
    <p:sldId id="508" r:id="rId26"/>
    <p:sldId id="509" r:id="rId27"/>
    <p:sldId id="510" r:id="rId28"/>
    <p:sldId id="511" r:id="rId29"/>
    <p:sldId id="515" r:id="rId30"/>
    <p:sldId id="514" r:id="rId31"/>
    <p:sldId id="513" r:id="rId32"/>
    <p:sldId id="517" r:id="rId33"/>
    <p:sldId id="512" r:id="rId34"/>
    <p:sldId id="516" r:id="rId35"/>
    <p:sldId id="518" r:id="rId36"/>
    <p:sldId id="519" r:id="rId37"/>
    <p:sldId id="384" r:id="rId39"/>
    <p:sldId id="456" r:id="rId40"/>
    <p:sldId id="457" r:id="rId41"/>
    <p:sldId id="458" r:id="rId42"/>
    <p:sldId id="459" r:id="rId43"/>
    <p:sldId id="462" r:id="rId44"/>
    <p:sldId id="464" r:id="rId45"/>
    <p:sldId id="463" r:id="rId46"/>
    <p:sldId id="478" r:id="rId47"/>
    <p:sldId id="480" r:id="rId48"/>
    <p:sldId id="467" r:id="rId49"/>
    <p:sldId id="466" r:id="rId50"/>
    <p:sldId id="468" r:id="rId51"/>
    <p:sldId id="472" r:id="rId52"/>
    <p:sldId id="481" r:id="rId53"/>
    <p:sldId id="469" r:id="rId54"/>
    <p:sldId id="339" r:id="rId5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0" roundtripDataSignature="AMtx7mikK4i0319xT+7DzTtMBJyU4oOY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7"/>
    <p:restoredTop sz="94703"/>
  </p:normalViewPr>
  <p:slideViewPr>
    <p:cSldViewPr snapToGrid="0">
      <p:cViewPr>
        <p:scale>
          <a:sx n="60" d="100"/>
          <a:sy n="60" d="100"/>
        </p:scale>
        <p:origin x="95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notesMaster" Target="notesMasters/notesMaster1.xml"/><Relationship Id="rId90" Type="http://customschemas.google.com/relationships/presentationmetadata" Target="metadata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D2B78-D9B5-4F75-9DD1-406E68306DEE}" type="slidenum">
              <a:rPr lang="es-MX" smtClean="0"/>
              <a:t>41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54354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3"/>
          <p:cNvSpPr txBox="1">
            <a:spLocks noGrp="1"/>
          </p:cNvSpPr>
          <p:nvPr>
            <p:ph type="ctrTitle"/>
          </p:nvPr>
        </p:nvSpPr>
        <p:spPr>
          <a:xfrm>
            <a:off x="5415280" y="1737361"/>
            <a:ext cx="5252720" cy="209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3"/>
          <p:cNvSpPr txBox="1">
            <a:spLocks noGrp="1"/>
          </p:cNvSpPr>
          <p:nvPr>
            <p:ph type="subTitle" idx="1"/>
          </p:nvPr>
        </p:nvSpPr>
        <p:spPr>
          <a:xfrm>
            <a:off x="5415280" y="3904457"/>
            <a:ext cx="5252720" cy="95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FFA4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6FF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6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6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4" name="Google Shape;34;p2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6" name="Google Shape;36;p2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2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2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6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2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2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6FF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2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6FF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2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6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2"/>
          <p:cNvSpPr txBox="1">
            <a:spLocks noGrp="1"/>
          </p:cNvSpPr>
          <p:nvPr>
            <p:ph type="body" idx="1"/>
          </p:nvPr>
        </p:nvSpPr>
        <p:spPr>
          <a:xfrm rot="5400000">
            <a:off x="4126930" y="-1463104"/>
            <a:ext cx="3938141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4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6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6FF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0086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938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4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455B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4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455B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4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455B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4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455B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4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455B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L1n1" Type="http://schemas.openxmlformats.org/officeDocument/2006/relationships/slideLayout" Target="../slideLayouts/slideLayout1.xml"/><Relationship Id="rIdL1n2" Type="http://schemas.openxmlformats.org/officeDocument/2006/relationships/notesSlide" Target="../notesSlides/notesSlide1.xml"/><Relationship Id="rIdL1n3" Type="http://schemas.openxmlformats.org/officeDocument/2006/relationships/image" Target="../media/image82.jpg"/><Relationship Id="rIdL1n4" Type="http://schemas.openxmlformats.org/officeDocument/2006/relationships/image" Target="../media/image84.png"/><Relationship Id="rIdL1n5" Type="http://schemas.openxmlformats.org/officeDocument/2006/relationships/image" Target="../media/image85.png"/><Relationship Id="rIdL1n6" Type="http://schemas.openxmlformats.org/officeDocument/2006/relationships/image" Target="../media/image86.png"/></Relationships>
</file>

<file path=ppt/slides/_rels/slide2.xml.rels><?xml version='1.0' encoding='UTF-8' standalone='yes'?>
<Relationships xmlns="http://schemas.openxmlformats.org/package/2006/relationships"><Relationship Id="rIdL2n1" Type="http://schemas.openxmlformats.org/officeDocument/2006/relationships/slideLayout" Target="../slideLayouts/slideLayout2.xml"/><Relationship Id="rIdL2n2" Type="http://schemas.openxmlformats.org/officeDocument/2006/relationships/image" Target="../media/image82.jpg"/><Relationship Id="rIdL2n3" Type="http://schemas.openxmlformats.org/officeDocument/2006/relationships/image" Target="../media/image83.png"/></Relationships>
</file>

<file path=ppt/slides/_rels/slide3.xml.rels><?xml version='1.0' encoding='UTF-8' standalone='yes'?>
<Relationships xmlns="http://schemas.openxmlformats.org/package/2006/relationships"><Relationship Id="rIdL3n1" Type="http://schemas.openxmlformats.org/officeDocument/2006/relationships/slideLayout" Target="../slideLayouts/slideLayout2.xml"/><Relationship Id="rIdL3n2" Type="http://schemas.openxmlformats.org/officeDocument/2006/relationships/image" Target="../media/image8.png"/><Relationship Id="rIdL3n3" Type="http://schemas.openxmlformats.org/officeDocument/2006/relationships/image" Target="../media/image9.png"/><Relationship Id="rIdL3n4" Type="http://schemas.openxmlformats.org/officeDocument/2006/relationships/image" Target="../media/image82.jpg"/><Relationship Id="rIdL3n5" Type="http://schemas.openxmlformats.org/officeDocument/2006/relationships/image" Target="../media/image83.png"/></Relationships>
</file>

<file path=ppt/slides/_rels/slide4.xml.rels><?xml version='1.0' encoding='UTF-8' standalone='yes'?>
<Relationships xmlns="http://schemas.openxmlformats.org/package/2006/relationships"><Relationship Id="rIdL4n1" Type="http://schemas.openxmlformats.org/officeDocument/2006/relationships/slideLayout" Target="../slideLayouts/slideLayout2.xml"/><Relationship Id="rIdL4n2" Type="http://schemas.openxmlformats.org/officeDocument/2006/relationships/image" Target="../media/image10.png"/><Relationship Id="rIdL4n3" Type="http://schemas.openxmlformats.org/officeDocument/2006/relationships/image" Target="../media/image82.jpg"/><Relationship Id="rIdL4n4" Type="http://schemas.openxmlformats.org/officeDocument/2006/relationships/image" Target="../media/image83.png"/></Relationships>
</file>

<file path=ppt/slides/_rels/slide5.xml.rels><?xml version='1.0' encoding='UTF-8' standalone='yes'?>
<Relationships xmlns="http://schemas.openxmlformats.org/package/2006/relationships"><Relationship Id="rIdL5n1" Type="http://schemas.openxmlformats.org/officeDocument/2006/relationships/slideLayout" Target="../slideLayouts/slideLayout2.xml"/><Relationship Id="rIdL5n2" Type="http://schemas.openxmlformats.org/officeDocument/2006/relationships/image" Target="../media/image12.png"/><Relationship Id="rIdL5n3" Type="http://schemas.openxmlformats.org/officeDocument/2006/relationships/image" Target="../media/image82.jpg"/><Relationship Id="rIdL5n4" Type="http://schemas.openxmlformats.org/officeDocument/2006/relationships/image" Target="../media/image83.png"/></Relationships>
</file>

<file path=ppt/slides/_rels/slide6.xml.rels><?xml version='1.0' encoding='UTF-8' standalone='yes'?>
<Relationships xmlns="http://schemas.openxmlformats.org/package/2006/relationships"><Relationship Id="rIdL6n1" Type="http://schemas.openxmlformats.org/officeDocument/2006/relationships/slideLayout" Target="../slideLayouts/slideLayout2.xml"/><Relationship Id="rIdL6n2" Type="http://schemas.openxmlformats.org/officeDocument/2006/relationships/image" Target="../media/image82.jpg"/><Relationship Id="rIdL6n3" Type="http://schemas.openxmlformats.org/officeDocument/2006/relationships/image" Target="../media/image83.png"/></Relationships>
</file>

<file path=ppt/slides/_rels/slide7.xml.rels><?xml version='1.0' encoding='UTF-8' standalone='yes'?>
<Relationships xmlns="http://schemas.openxmlformats.org/package/2006/relationships"><Relationship Id="rIdL7n1" Type="http://schemas.openxmlformats.org/officeDocument/2006/relationships/slideLayout" Target="../slideLayouts/slideLayout2.xml"/><Relationship Id="rIdL7n2" Type="http://schemas.openxmlformats.org/officeDocument/2006/relationships/image" Target="../media/image15.png"/><Relationship Id="rIdL7n3" Type="http://schemas.openxmlformats.org/officeDocument/2006/relationships/image" Target="../media/image82.jpg"/><Relationship Id="rIdL7n4" Type="http://schemas.openxmlformats.org/officeDocument/2006/relationships/image" Target="../media/image83.png"/></Relationships>
</file>

<file path=ppt/slides/_rels/slide8.xml.rels><?xml version='1.0' encoding='UTF-8' standalone='yes'?>
<Relationships xmlns="http://schemas.openxmlformats.org/package/2006/relationships"><Relationship Id="rIdL8n1" Type="http://schemas.openxmlformats.org/officeDocument/2006/relationships/slideLayout" Target="../slideLayouts/slideLayout2.xml"/><Relationship Id="rIdL8n2" Type="http://schemas.openxmlformats.org/officeDocument/2006/relationships/image" Target="../media/image16.png"/><Relationship Id="rIdL8n3" Type="http://schemas.openxmlformats.org/officeDocument/2006/relationships/image" Target="../media/image82.jpg"/><Relationship Id="rIdL8n4" Type="http://schemas.openxmlformats.org/officeDocument/2006/relationships/image" Target="../media/image83.png"/></Relationships>
</file>

<file path=ppt/slides/_rels/slide9.xml.rels><?xml version='1.0' encoding='UTF-8' standalone='yes'?>
<Relationships xmlns="http://schemas.openxmlformats.org/package/2006/relationships"><Relationship Id="rIdL9n1" Type="http://schemas.openxmlformats.org/officeDocument/2006/relationships/slideLayout" Target="../slideLayouts/slideLayout2.xml"/><Relationship Id="rIdL9n2" Type="http://schemas.openxmlformats.org/officeDocument/2006/relationships/image" Target="../media/image17.png"/><Relationship Id="rIdL9n3" Type="http://schemas.openxmlformats.org/officeDocument/2006/relationships/image" Target="../media/image82.jpg"/><Relationship Id="rIdL9n4" Type="http://schemas.openxmlformats.org/officeDocument/2006/relationships/image" Target="../media/image83.png"/></Relationships>
</file>

<file path=ppt/slides/_rels/slide10.xml.rels><?xml version='1.0' encoding='UTF-8' standalone='yes'?>
<Relationships xmlns="http://schemas.openxmlformats.org/package/2006/relationships"><Relationship Id="rIdL10n1" Type="http://schemas.openxmlformats.org/officeDocument/2006/relationships/slideLayout" Target="../slideLayouts/slideLayout2.xml"/><Relationship Id="rIdL10n2" Type="http://schemas.openxmlformats.org/officeDocument/2006/relationships/image" Target="../media/image18.png"/><Relationship Id="rIdL10n3" Type="http://schemas.openxmlformats.org/officeDocument/2006/relationships/image" Target="../media/image82.jpg"/><Relationship Id="rIdL10n4" Type="http://schemas.openxmlformats.org/officeDocument/2006/relationships/image" Target="../media/image83.png"/></Relationships>
</file>

<file path=ppt/slides/_rels/slide11.xml.rels><?xml version='1.0' encoding='UTF-8' standalone='yes'?>
<Relationships xmlns="http://schemas.openxmlformats.org/package/2006/relationships"><Relationship Id="rIdL11n1" Type="http://schemas.openxmlformats.org/officeDocument/2006/relationships/slideLayout" Target="../slideLayouts/slideLayout2.xml"/><Relationship Id="rIdL11n2" Type="http://schemas.openxmlformats.org/officeDocument/2006/relationships/image" Target="../media/image79.jpg"/><Relationship Id="rIdL11n3" Type="http://schemas.openxmlformats.org/officeDocument/2006/relationships/image" Target="../media/image82.jpg"/><Relationship Id="rIdL11n4" Type="http://schemas.openxmlformats.org/officeDocument/2006/relationships/image" Target="../media/image83.png"/></Relationships>
</file>

<file path=ppt/slides/_rels/slide12.xml.rels><?xml version='1.0' encoding='UTF-8' standalone='yes'?>
<Relationships xmlns="http://schemas.openxmlformats.org/package/2006/relationships"><Relationship Id="rIdL12n1" Type="http://schemas.openxmlformats.org/officeDocument/2006/relationships/slideLayout" Target="../slideLayouts/slideLayout2.xml"/><Relationship Id="rIdL12n2" Type="http://schemas.openxmlformats.org/officeDocument/2006/relationships/image" Target="../media/image89.jpg"/><Relationship Id="rIdL12n3" Type="http://schemas.openxmlformats.org/officeDocument/2006/relationships/image" Target="../media/image82.jpg"/><Relationship Id="rIdL12n4" Type="http://schemas.openxmlformats.org/officeDocument/2006/relationships/image" Target="../media/image83.png"/></Relationships>
</file>

<file path=ppt/slides/_rels/slide13.xml.rels><?xml version='1.0' encoding='UTF-8' standalone='yes'?>
<Relationships xmlns="http://schemas.openxmlformats.org/package/2006/relationships"><Relationship Id="rIdL13n1" Type="http://schemas.openxmlformats.org/officeDocument/2006/relationships/slideLayout" Target="../slideLayouts/slideLayout2.xml"/><Relationship Id="rIdL13n2" Type="http://schemas.openxmlformats.org/officeDocument/2006/relationships/image" Target="../media/image82.jpg"/><Relationship Id="rIdL13n3" Type="http://schemas.openxmlformats.org/officeDocument/2006/relationships/image" Target="../media/image83.png"/><Relationship Id="rIdL13n4" Type="http://schemas.openxmlformats.org/officeDocument/2006/relationships/image" Target="../media/image21.jpg"/></Relationships>
</file>

<file path=ppt/slides/_rels/slide14.xml.rels><?xml version='1.0' encoding='UTF-8' standalone='yes'?>
<Relationships xmlns="http://schemas.openxmlformats.org/package/2006/relationships"><Relationship Id="rIdL14n1" Type="http://schemas.openxmlformats.org/officeDocument/2006/relationships/slideLayout" Target="../slideLayouts/slideLayout2.xml"/><Relationship Id="rIdL14n2" Type="http://schemas.openxmlformats.org/officeDocument/2006/relationships/image" Target="../media/image23.jpg"/><Relationship Id="rIdL14n3" Type="http://schemas.openxmlformats.org/officeDocument/2006/relationships/image" Target="../media/image82.jpg"/><Relationship Id="rIdL14n4" Type="http://schemas.openxmlformats.org/officeDocument/2006/relationships/image" Target="../media/image83.png"/><Relationship Id="rIdL14n5" Type="http://schemas.openxmlformats.org/officeDocument/2006/relationships/image" Target="../media/image22.jpg"/></Relationships>
</file>

<file path=ppt/slides/_rels/slide15.xml.rels><?xml version='1.0' encoding='UTF-8' standalone='yes'?>
<Relationships xmlns="http://schemas.openxmlformats.org/package/2006/relationships"><Relationship Id="rIdL15n1" Type="http://schemas.openxmlformats.org/officeDocument/2006/relationships/slideLayout" Target="../slideLayouts/slideLayout2.xml"/><Relationship Id="rIdL15n2" Type="http://schemas.openxmlformats.org/officeDocument/2006/relationships/image" Target="../media/image90.jpg"/><Relationship Id="rIdL15n3" Type="http://schemas.openxmlformats.org/officeDocument/2006/relationships/image" Target="../media/image82.jpg"/><Relationship Id="rIdL15n4" Type="http://schemas.openxmlformats.org/officeDocument/2006/relationships/image" Target="../media/image83.png"/></Relationships>
</file>

<file path=ppt/slides/_rels/slide16.xml.rels><?xml version='1.0' encoding='UTF-8' standalone='yes'?>
<Relationships xmlns="http://schemas.openxmlformats.org/package/2006/relationships"><Relationship Id="rIdL16n1" Type="http://schemas.openxmlformats.org/officeDocument/2006/relationships/slideLayout" Target="../slideLayouts/slideLayout2.xml"/><Relationship Id="rIdL16n2" Type="http://schemas.openxmlformats.org/officeDocument/2006/relationships/image" Target="../media/image28.jpg"/><Relationship Id="rIdL16n3" Type="http://schemas.openxmlformats.org/officeDocument/2006/relationships/image" Target="../media/image82.jpg"/><Relationship Id="rIdL16n4" Type="http://schemas.openxmlformats.org/officeDocument/2006/relationships/image" Target="../media/image83.png"/><Relationship Id="rIdL16n5" Type="http://schemas.openxmlformats.org/officeDocument/2006/relationships/image" Target="../media/image27.jpg"/></Relationships>
</file>

<file path=ppt/slides/_rels/slide17.xml.rels><?xml version='1.0' encoding='UTF-8' standalone='yes'?>
<Relationships xmlns="http://schemas.openxmlformats.org/package/2006/relationships"><Relationship Id="rIdL17n1" Type="http://schemas.openxmlformats.org/officeDocument/2006/relationships/slideLayout" Target="../slideLayouts/slideLayout2.xml"/><Relationship Id="rIdL17n2" Type="http://schemas.openxmlformats.org/officeDocument/2006/relationships/image" Target="../media/image32.jpg"/><Relationship Id="rIdL17n3" Type="http://schemas.openxmlformats.org/officeDocument/2006/relationships/image" Target="../media/image82.jpg"/><Relationship Id="rIdL17n4" Type="http://schemas.openxmlformats.org/officeDocument/2006/relationships/image" Target="../media/image83.png"/><Relationship Id="rIdL17n5" Type="http://schemas.openxmlformats.org/officeDocument/2006/relationships/image" Target="../media/image30.jpg"/></Relationships>
</file>

<file path=ppt/slides/_rels/slide18.xml.rels><?xml version='1.0' encoding='UTF-8' standalone='yes'?>
<Relationships xmlns="http://schemas.openxmlformats.org/package/2006/relationships"><Relationship Id="rIdL18n1" Type="http://schemas.openxmlformats.org/officeDocument/2006/relationships/slideLayout" Target="../slideLayouts/slideLayout2.xml"/><Relationship Id="rIdL18n2" Type="http://schemas.openxmlformats.org/officeDocument/2006/relationships/image" Target="../media/image34.jpg"/><Relationship Id="rIdL18n3" Type="http://schemas.openxmlformats.org/officeDocument/2006/relationships/image" Target="../media/image82.jpg"/><Relationship Id="rIdL18n4" Type="http://schemas.openxmlformats.org/officeDocument/2006/relationships/image" Target="../media/image83.png"/></Relationships>
</file>

<file path=ppt/slides/_rels/slide19.xml.rels><?xml version='1.0' encoding='UTF-8' standalone='yes'?>
<Relationships xmlns="http://schemas.openxmlformats.org/package/2006/relationships"><Relationship Id="rIdL19n1" Type="http://schemas.openxmlformats.org/officeDocument/2006/relationships/slideLayout" Target="../slideLayouts/slideLayout2.xml"/><Relationship Id="rIdL19n2" Type="http://schemas.openxmlformats.org/officeDocument/2006/relationships/image" Target="../media/image36.jpg"/><Relationship Id="rIdL19n3" Type="http://schemas.openxmlformats.org/officeDocument/2006/relationships/image" Target="../media/image82.jpg"/><Relationship Id="rIdL19n4" Type="http://schemas.openxmlformats.org/officeDocument/2006/relationships/image" Target="../media/image83.png"/><Relationship Id="rIdL19n5" Type="http://schemas.openxmlformats.org/officeDocument/2006/relationships/image" Target="../media/image35.jpg"/></Relationships>
</file>

<file path=ppt/slides/_rels/slide20.xml.rels><?xml version='1.0' encoding='UTF-8' standalone='yes'?>
<Relationships xmlns="http://schemas.openxmlformats.org/package/2006/relationships"><Relationship Id="rIdL20n1" Type="http://schemas.openxmlformats.org/officeDocument/2006/relationships/slideLayout" Target="../slideLayouts/slideLayout2.xml"/><Relationship Id="rIdL20n2" Type="http://schemas.openxmlformats.org/officeDocument/2006/relationships/image" Target="../media/image39.jpg"/><Relationship Id="rIdL20n3" Type="http://schemas.openxmlformats.org/officeDocument/2006/relationships/image" Target="../media/image82.jpg"/><Relationship Id="rIdL20n4" Type="http://schemas.openxmlformats.org/officeDocument/2006/relationships/image" Target="../media/image83.png"/><Relationship Id="rIdL20n5" Type="http://schemas.openxmlformats.org/officeDocument/2006/relationships/image" Target="../media/image37.jpg"/></Relationships>
</file>

<file path=ppt/slides/_rels/slide21.xml.rels><?xml version='1.0' encoding='UTF-8' standalone='yes'?>
<Relationships xmlns="http://schemas.openxmlformats.org/package/2006/relationships"><Relationship Id="rIdL21n1" Type="http://schemas.openxmlformats.org/officeDocument/2006/relationships/slideLayout" Target="../slideLayouts/slideLayout2.xml"/><Relationship Id="rIdL21n2" Type="http://schemas.openxmlformats.org/officeDocument/2006/relationships/image" Target="../media/image91.jpg"/><Relationship Id="rIdL21n3" Type="http://schemas.openxmlformats.org/officeDocument/2006/relationships/image" Target="../media/image82.jpg"/><Relationship Id="rIdL21n4" Type="http://schemas.openxmlformats.org/officeDocument/2006/relationships/image" Target="../media/image83.png"/></Relationships>
</file>

<file path=ppt/slides/_rels/slide22.xml.rels><?xml version='1.0' encoding='UTF-8' standalone='yes'?>
<Relationships xmlns="http://schemas.openxmlformats.org/package/2006/relationships"><Relationship Id="rIdL22n1" Type="http://schemas.openxmlformats.org/officeDocument/2006/relationships/slideLayout" Target="../slideLayouts/slideLayout2.xml"/><Relationship Id="rIdL22n2" Type="http://schemas.openxmlformats.org/officeDocument/2006/relationships/image" Target="../media/image42.jpg"/><Relationship Id="rIdL22n3" Type="http://schemas.openxmlformats.org/officeDocument/2006/relationships/image" Target="../media/image82.jpg"/><Relationship Id="rIdL22n4" Type="http://schemas.openxmlformats.org/officeDocument/2006/relationships/image" Target="../media/image83.png"/><Relationship Id="rIdL22n5" Type="http://schemas.openxmlformats.org/officeDocument/2006/relationships/image" Target="../media/image41.jpg"/></Relationships>
</file>

<file path=ppt/slides/_rels/slide23.xml.rels><?xml version='1.0' encoding='UTF-8' standalone='yes'?>
<Relationships xmlns="http://schemas.openxmlformats.org/package/2006/relationships"><Relationship Id="rIdL23n1" Type="http://schemas.openxmlformats.org/officeDocument/2006/relationships/slideLayout" Target="../slideLayouts/slideLayout2.xml"/><Relationship Id="rIdL23n2" Type="http://schemas.openxmlformats.org/officeDocument/2006/relationships/image" Target="../media/image44.jpg"/><Relationship Id="rIdL23n3" Type="http://schemas.openxmlformats.org/officeDocument/2006/relationships/image" Target="../media/image82.jpg"/><Relationship Id="rIdL23n4" Type="http://schemas.openxmlformats.org/officeDocument/2006/relationships/image" Target="../media/image83.png"/></Relationships>
</file>

<file path=ppt/slides/_rels/slide24.xml.rels><?xml version='1.0' encoding='UTF-8' standalone='yes'?>
<Relationships xmlns="http://schemas.openxmlformats.org/package/2006/relationships"><Relationship Id="rIdL24n1" Type="http://schemas.openxmlformats.org/officeDocument/2006/relationships/slideLayout" Target="../slideLayouts/slideLayout2.xml"/><Relationship Id="rIdL24n2" Type="http://schemas.openxmlformats.org/officeDocument/2006/relationships/image" Target="../media/image82.jpg"/><Relationship Id="rIdL24n3" Type="http://schemas.openxmlformats.org/officeDocument/2006/relationships/image" Target="../media/image83.png"/><Relationship Id="rIdL24n4" Type="http://schemas.openxmlformats.org/officeDocument/2006/relationships/image" Target="../media/image45.jpg"/></Relationships>
</file>

<file path=ppt/slides/_rels/slide25.xml.rels><?xml version='1.0' encoding='UTF-8' standalone='yes'?>
<Relationships xmlns="http://schemas.openxmlformats.org/package/2006/relationships"><Relationship Id="rIdL25n1" Type="http://schemas.openxmlformats.org/officeDocument/2006/relationships/slideLayout" Target="../slideLayouts/slideLayout2.xml"/><Relationship Id="rIdL25n2" Type="http://schemas.openxmlformats.org/officeDocument/2006/relationships/image" Target="../media/image48.jpg"/><Relationship Id="rIdL25n3" Type="http://schemas.openxmlformats.org/officeDocument/2006/relationships/image" Target="../media/image82.jpg"/><Relationship Id="rIdL25n4" Type="http://schemas.openxmlformats.org/officeDocument/2006/relationships/image" Target="../media/image83.png"/><Relationship Id="rIdL25n5" Type="http://schemas.openxmlformats.org/officeDocument/2006/relationships/image" Target="../media/image47.jpg"/></Relationships>
</file>

<file path=ppt/slides/_rels/slide26.xml.rels><?xml version='1.0' encoding='UTF-8' standalone='yes'?>
<Relationships xmlns="http://schemas.openxmlformats.org/package/2006/relationships"><Relationship Id="rIdL26n1" Type="http://schemas.openxmlformats.org/officeDocument/2006/relationships/slideLayout" Target="../slideLayouts/slideLayout2.xml"/><Relationship Id="rIdL26n2" Type="http://schemas.openxmlformats.org/officeDocument/2006/relationships/image" Target="../media/image50.jpg"/><Relationship Id="rIdL26n3" Type="http://schemas.openxmlformats.org/officeDocument/2006/relationships/image" Target="../media/image82.jpg"/><Relationship Id="rIdL26n4" Type="http://schemas.openxmlformats.org/officeDocument/2006/relationships/image" Target="../media/image83.png"/><Relationship Id="rIdL26n5" Type="http://schemas.openxmlformats.org/officeDocument/2006/relationships/image" Target="../media/image49.jpg"/></Relationships>
</file>

<file path=ppt/slides/_rels/slide27.xml.rels><?xml version='1.0' encoding='UTF-8' standalone='yes'?>
<Relationships xmlns="http://schemas.openxmlformats.org/package/2006/relationships"><Relationship Id="rIdL27n1" Type="http://schemas.openxmlformats.org/officeDocument/2006/relationships/slideLayout" Target="../slideLayouts/slideLayout2.xml"/><Relationship Id="rIdL27n2" Type="http://schemas.openxmlformats.org/officeDocument/2006/relationships/image" Target="../media/image52.jpg"/><Relationship Id="rIdL27n3" Type="http://schemas.openxmlformats.org/officeDocument/2006/relationships/image" Target="../media/image82.jpg"/><Relationship Id="rIdL27n4" Type="http://schemas.openxmlformats.org/officeDocument/2006/relationships/image" Target="../media/image83.png"/><Relationship Id="rIdL27n5" Type="http://schemas.openxmlformats.org/officeDocument/2006/relationships/image" Target="../media/image51.jpg"/></Relationships>
</file>

<file path=ppt/slides/_rels/slide28.xml.rels><?xml version='1.0' encoding='UTF-8' standalone='yes'?>
<Relationships xmlns="http://schemas.openxmlformats.org/package/2006/relationships"><Relationship Id="rIdL28n1" Type="http://schemas.openxmlformats.org/officeDocument/2006/relationships/slideLayout" Target="../slideLayouts/slideLayout2.xml"/><Relationship Id="rIdL28n2" Type="http://schemas.openxmlformats.org/officeDocument/2006/relationships/image" Target="../media/image82.jpg"/><Relationship Id="rIdL28n3" Type="http://schemas.openxmlformats.org/officeDocument/2006/relationships/image" Target="../media/image83.png"/><Relationship Id="rIdL28n4" Type="http://schemas.openxmlformats.org/officeDocument/2006/relationships/image" Target="../media/image53.jpg"/></Relationships>
</file>

<file path=ppt/slides/_rels/slide29.xml.rels><?xml version='1.0' encoding='UTF-8' standalone='yes'?>
<Relationships xmlns="http://schemas.openxmlformats.org/package/2006/relationships"><Relationship Id="rIdL29n1" Type="http://schemas.openxmlformats.org/officeDocument/2006/relationships/slideLayout" Target="../slideLayouts/slideLayout2.xml"/><Relationship Id="rIdL29n2" Type="http://schemas.openxmlformats.org/officeDocument/2006/relationships/image" Target="../media/image92.jpg"/><Relationship Id="rIdL29n3" Type="http://schemas.openxmlformats.org/officeDocument/2006/relationships/image" Target="../media/image82.jpg"/><Relationship Id="rIdL29n4" Type="http://schemas.openxmlformats.org/officeDocument/2006/relationships/image" Target="../media/image83.png"/></Relationships>
</file>

<file path=ppt/slides/_rels/slide30.xml.rels><?xml version='1.0' encoding='UTF-8' standalone='yes'?>
<Relationships xmlns="http://schemas.openxmlformats.org/package/2006/relationships"><Relationship Id="rIdL30n1" Type="http://schemas.openxmlformats.org/officeDocument/2006/relationships/slideLayout" Target="../slideLayouts/slideLayout2.xml"/><Relationship Id="rIdL30n2" Type="http://schemas.openxmlformats.org/officeDocument/2006/relationships/image" Target="../media/image57.jpg"/><Relationship Id="rIdL30n3" Type="http://schemas.openxmlformats.org/officeDocument/2006/relationships/image" Target="../media/image82.jpg"/><Relationship Id="rIdL30n4" Type="http://schemas.openxmlformats.org/officeDocument/2006/relationships/image" Target="../media/image83.png"/><Relationship Id="rIdL30n5" Type="http://schemas.openxmlformats.org/officeDocument/2006/relationships/image" Target="../media/image55.jpg"/></Relationships>
</file>

<file path=ppt/slides/_rels/slide31.xml.rels><?xml version='1.0' encoding='UTF-8' standalone='yes'?>
<Relationships xmlns="http://schemas.openxmlformats.org/package/2006/relationships"><Relationship Id="rIdL31n1" Type="http://schemas.openxmlformats.org/officeDocument/2006/relationships/slideLayout" Target="../slideLayouts/slideLayout2.xml"/><Relationship Id="rIdL31n2" Type="http://schemas.openxmlformats.org/officeDocument/2006/relationships/image" Target="../media/image59.jpg"/><Relationship Id="rIdL31n3" Type="http://schemas.openxmlformats.org/officeDocument/2006/relationships/image" Target="../media/image93.jpg"/><Relationship Id="rIdL31n4" Type="http://schemas.openxmlformats.org/officeDocument/2006/relationships/image" Target="../media/image82.jpg"/><Relationship Id="rIdL31n5" Type="http://schemas.openxmlformats.org/officeDocument/2006/relationships/image" Target="../media/image83.png"/></Relationships>
</file>

<file path=ppt/slides/_rels/slide32.xml.rels><?xml version='1.0' encoding='UTF-8' standalone='yes'?>
<Relationships xmlns="http://schemas.openxmlformats.org/package/2006/relationships"><Relationship Id="rIdL32n1" Type="http://schemas.openxmlformats.org/officeDocument/2006/relationships/slideLayout" Target="../slideLayouts/slideLayout2.xml"/><Relationship Id="rIdL32n2" Type="http://schemas.openxmlformats.org/officeDocument/2006/relationships/image" Target="../media/image61.jpg"/><Relationship Id="rIdL32n3" Type="http://schemas.openxmlformats.org/officeDocument/2006/relationships/image" Target="../media/image82.jpg"/><Relationship Id="rIdL32n4" Type="http://schemas.openxmlformats.org/officeDocument/2006/relationships/image" Target="../media/image83.png"/><Relationship Id="rIdL32n5" Type="http://schemas.openxmlformats.org/officeDocument/2006/relationships/image" Target="../media/image60.jpg"/></Relationships>
</file>

<file path=ppt/slides/_rels/slide33.xml.rels><?xml version='1.0' encoding='UTF-8' standalone='yes'?>
<Relationships xmlns="http://schemas.openxmlformats.org/package/2006/relationships"><Relationship Id="rIdL33n1" Type="http://schemas.openxmlformats.org/officeDocument/2006/relationships/slideLayout" Target="../slideLayouts/slideLayout2.xml"/><Relationship Id="rIdL33n2" Type="http://schemas.openxmlformats.org/officeDocument/2006/relationships/image" Target="../media/image63.jpg"/><Relationship Id="rIdL33n3" Type="http://schemas.openxmlformats.org/officeDocument/2006/relationships/image" Target="../media/image82.jpg"/><Relationship Id="rIdL33n4" Type="http://schemas.openxmlformats.org/officeDocument/2006/relationships/image" Target="../media/image83.png"/><Relationship Id="rIdL33n5" Type="http://schemas.openxmlformats.org/officeDocument/2006/relationships/image" Target="../media/image62.jpg"/></Relationships>
</file>

<file path=ppt/slides/_rels/slide34.xml.rels><?xml version='1.0' encoding='UTF-8' standalone='yes'?>
<Relationships xmlns="http://schemas.openxmlformats.org/package/2006/relationships"><Relationship Id="rIdL34n1" Type="http://schemas.openxmlformats.org/officeDocument/2006/relationships/slideLayout" Target="../slideLayouts/slideLayout2.xml"/><Relationship Id="rIdL34n2" Type="http://schemas.openxmlformats.org/officeDocument/2006/relationships/image" Target="../media/image94.jpg"/><Relationship Id="rIdL34n3" Type="http://schemas.openxmlformats.org/officeDocument/2006/relationships/image" Target="../media/image82.jpg"/><Relationship Id="rIdL34n4" Type="http://schemas.openxmlformats.org/officeDocument/2006/relationships/image" Target="../media/image83.png"/></Relationships>
</file>

<file path=ppt/slides/_rels/slide35.xml.rels><?xml version='1.0' encoding='UTF-8' standalone='yes'?>
<Relationships xmlns="http://schemas.openxmlformats.org/package/2006/relationships"><Relationship Id="rIdL35n1" Type="http://schemas.openxmlformats.org/officeDocument/2006/relationships/slideLayout" Target="../slideLayouts/slideLayout2.xml"/><Relationship Id="rIdL35n2" Type="http://schemas.openxmlformats.org/officeDocument/2006/relationships/image" Target="../media/image82.jpg"/><Relationship Id="rIdL35n3" Type="http://schemas.openxmlformats.org/officeDocument/2006/relationships/image" Target="../media/image83.png"/><Relationship Id="rIdL35n4" Type="http://schemas.openxmlformats.org/officeDocument/2006/relationships/image" Target="../media/image65.jpg"/></Relationships>
</file>

<file path=ppt/slides/_rels/slide36.xml.rels><?xml version='1.0' encoding='UTF-8' standalone='yes'?>
<Relationships xmlns="http://schemas.openxmlformats.org/package/2006/relationships"><Relationship Id="rIdL36n1" Type="http://schemas.openxmlformats.org/officeDocument/2006/relationships/slideLayout" Target="../slideLayouts/slideLayout2.xml"/><Relationship Id="rIdL36n2" Type="http://schemas.openxmlformats.org/officeDocument/2006/relationships/image" Target="../media/image95.jpg"/><Relationship Id="rIdL36n3" Type="http://schemas.openxmlformats.org/officeDocument/2006/relationships/image" Target="../media/image82.jpg"/><Relationship Id="rIdL36n4" Type="http://schemas.openxmlformats.org/officeDocument/2006/relationships/image" Target="../media/image83.png"/></Relationships>
</file>

<file path=ppt/slides/_rels/slide37.xml.rels><?xml version='1.0' encoding='UTF-8' standalone='yes'?>
<Relationships xmlns="http://schemas.openxmlformats.org/package/2006/relationships"><Relationship Id="rIdL37n1" Type="http://schemas.openxmlformats.org/officeDocument/2006/relationships/slideLayout" Target="../slideLayouts/slideLayout6.xml"/><Relationship Id="rIdL37n2" Type="http://schemas.openxmlformats.org/officeDocument/2006/relationships/image" Target="../media/image82.jpg"/><Relationship Id="rIdL37n3" Type="http://schemas.openxmlformats.org/officeDocument/2006/relationships/image" Target="../media/image83.png"/><Relationship Id="rIdL37n4" Type="http://schemas.openxmlformats.org/officeDocument/2006/relationships/image" Target="../media/image68.jpg"/></Relationships>
</file>

<file path=ppt/slides/_rels/slide38.xml.rels><?xml version='1.0' encoding='UTF-8' standalone='yes'?>
<Relationships xmlns="http://schemas.openxmlformats.org/package/2006/relationships"><Relationship Id="rIdL38n1" Type="http://schemas.openxmlformats.org/officeDocument/2006/relationships/slideLayout" Target="../slideLayouts/slideLayout6.xml"/><Relationship Id="rIdL38n2" Type="http://schemas.openxmlformats.org/officeDocument/2006/relationships/image" Target="../media/image82.jpg"/><Relationship Id="rIdL38n3" Type="http://schemas.openxmlformats.org/officeDocument/2006/relationships/image" Target="../media/image83.png"/><Relationship Id="rIdL38n4" Type="http://schemas.openxmlformats.org/officeDocument/2006/relationships/image" Target="../media/image69.jpg"/></Relationships>
</file>

<file path=ppt/slides/_rels/slide39.xml.rels><?xml version='1.0' encoding='UTF-8' standalone='yes'?>
<Relationships xmlns="http://schemas.openxmlformats.org/package/2006/relationships"><Relationship Id="rIdL39n1" Type="http://schemas.openxmlformats.org/officeDocument/2006/relationships/slideLayout" Target="../slideLayouts/slideLayout6.xml"/><Relationship Id="rIdL39n2" Type="http://schemas.openxmlformats.org/officeDocument/2006/relationships/image" Target="../media/image71.jpg"/><Relationship Id="rIdL39n3" Type="http://schemas.openxmlformats.org/officeDocument/2006/relationships/image" Target="../media/image82.jpg"/><Relationship Id="rIdL39n4" Type="http://schemas.openxmlformats.org/officeDocument/2006/relationships/image" Target="../media/image83.png"/></Relationships>
</file>

<file path=ppt/slides/_rels/slide40.xml.rels><?xml version='1.0' encoding='UTF-8' standalone='yes'?>
<Relationships xmlns="http://schemas.openxmlformats.org/package/2006/relationships"><Relationship Id="rIdL40n1" Type="http://schemas.openxmlformats.org/officeDocument/2006/relationships/slideLayout" Target="../slideLayouts/slideLayout6.xml"/><Relationship Id="rIdL40n2" Type="http://schemas.openxmlformats.org/officeDocument/2006/relationships/notesSlide" Target="../notesSlides/notesSlide2.xml"/><Relationship Id="rIdL40n3" Type="http://schemas.openxmlformats.org/officeDocument/2006/relationships/image" Target="../media/image72.jpeg"/><Relationship Id="rIdL40n4" Type="http://schemas.openxmlformats.org/officeDocument/2006/relationships/image" Target="../media/image82.jpg"/><Relationship Id="rIdL40n5" Type="http://schemas.openxmlformats.org/officeDocument/2006/relationships/image" Target="../media/image83.png"/></Relationships>
</file>

<file path=ppt/slides/_rels/slide41.xml.rels><?xml version='1.0' encoding='UTF-8' standalone='yes'?>
<Relationships xmlns="http://schemas.openxmlformats.org/package/2006/relationships"><Relationship Id="rIdL41n1" Type="http://schemas.openxmlformats.org/officeDocument/2006/relationships/slideLayout" Target="../slideLayouts/slideLayout6.xml"/><Relationship Id="rIdL41n2" Type="http://schemas.openxmlformats.org/officeDocument/2006/relationships/image" Target="../media/image82.jpg"/><Relationship Id="rIdL41n3" Type="http://schemas.openxmlformats.org/officeDocument/2006/relationships/image" Target="../media/image83.png"/><Relationship Id="rIdL41n4" Type="http://schemas.openxmlformats.org/officeDocument/2006/relationships/image" Target="../media/image70.jpg"/></Relationships>
</file>

<file path=ppt/slides/_rels/slide42.xml.rels><?xml version='1.0' encoding='UTF-8' standalone='yes'?>
<Relationships xmlns="http://schemas.openxmlformats.org/package/2006/relationships"><Relationship Id="rIdL42n1" Type="http://schemas.openxmlformats.org/officeDocument/2006/relationships/slideLayout" Target="../slideLayouts/slideLayout6.xml"/><Relationship Id="rIdL42n2" Type="http://schemas.openxmlformats.org/officeDocument/2006/relationships/image" Target="../media/image82.jpg"/><Relationship Id="rIdL42n3" Type="http://schemas.openxmlformats.org/officeDocument/2006/relationships/image" Target="../media/image83.png"/></Relationships>
</file>

<file path=ppt/slides/_rels/slide43.xml.rels><?xml version='1.0' encoding='UTF-8' standalone='yes'?>
<Relationships xmlns="http://schemas.openxmlformats.org/package/2006/relationships"><Relationship Id="rIdL43n1" Type="http://schemas.openxmlformats.org/officeDocument/2006/relationships/slideLayout" Target="../slideLayouts/slideLayout6.xml"/><Relationship Id="rIdL43n2" Type="http://schemas.openxmlformats.org/officeDocument/2006/relationships/image" Target="../media/image82.jpg"/><Relationship Id="rIdL43n3" Type="http://schemas.openxmlformats.org/officeDocument/2006/relationships/image" Target="../media/image83.png"/><Relationship Id="rIdL43n4" Type="http://schemas.openxmlformats.org/officeDocument/2006/relationships/image" Target="../media/image96.jpg"/></Relationships>
</file>

<file path=ppt/slides/_rels/slide44.xml.rels><?xml version='1.0' encoding='UTF-8' standalone='yes'?>
<Relationships xmlns="http://schemas.openxmlformats.org/package/2006/relationships"><Relationship Id="rIdL44n1" Type="http://schemas.openxmlformats.org/officeDocument/2006/relationships/slideLayout" Target="../slideLayouts/slideLayout6.xml"/><Relationship Id="rIdL44n2" Type="http://schemas.openxmlformats.org/officeDocument/2006/relationships/image" Target="../media/image74.png"/><Relationship Id="rIdL44n3" Type="http://schemas.openxmlformats.org/officeDocument/2006/relationships/image" Target="../media/image82.jpg"/><Relationship Id="rIdL44n4" Type="http://schemas.openxmlformats.org/officeDocument/2006/relationships/image" Target="../media/image83.png"/></Relationships>
</file>

<file path=ppt/slides/_rels/slide45.xml.rels><?xml version='1.0' encoding='UTF-8' standalone='yes'?>
<Relationships xmlns="http://schemas.openxmlformats.org/package/2006/relationships"><Relationship Id="rIdL45n1" Type="http://schemas.openxmlformats.org/officeDocument/2006/relationships/slideLayout" Target="../slideLayouts/slideLayout6.xml"/><Relationship Id="rIdL45n2" Type="http://schemas.openxmlformats.org/officeDocument/2006/relationships/image" Target="../media/image82.jpg"/><Relationship Id="rIdL45n3" Type="http://schemas.openxmlformats.org/officeDocument/2006/relationships/image" Target="../media/image83.png"/><Relationship Id="rIdL45n4" Type="http://schemas.openxmlformats.org/officeDocument/2006/relationships/image" Target="../media/image73.jpg"/></Relationships>
</file>

<file path=ppt/slides/_rels/slide46.xml.rels><?xml version='1.0' encoding='UTF-8' standalone='yes'?>
<Relationships xmlns="http://schemas.openxmlformats.org/package/2006/relationships"><Relationship Id="rIdL46n1" Type="http://schemas.openxmlformats.org/officeDocument/2006/relationships/slideLayout" Target="../slideLayouts/slideLayout6.xml"/><Relationship Id="rIdL46n2" Type="http://schemas.openxmlformats.org/officeDocument/2006/relationships/image" Target="../media/image82.jpg"/><Relationship Id="rIdL46n3" Type="http://schemas.openxmlformats.org/officeDocument/2006/relationships/image" Target="../media/image83.png"/><Relationship Id="rIdL46n4" Type="http://schemas.openxmlformats.org/officeDocument/2006/relationships/image" Target="../media/image75.jpg"/></Relationships>
</file>

<file path=ppt/slides/_rels/slide47.xml.rels><?xml version='1.0' encoding='UTF-8' standalone='yes'?>
<Relationships xmlns="http://schemas.openxmlformats.org/package/2006/relationships"><Relationship Id="rIdL47n1" Type="http://schemas.openxmlformats.org/officeDocument/2006/relationships/slideLayout" Target="../slideLayouts/slideLayout6.xml"/><Relationship Id="rIdL47n2" Type="http://schemas.openxmlformats.org/officeDocument/2006/relationships/image" Target="../media/image77.jpeg"/><Relationship Id="rIdL47n3" Type="http://schemas.openxmlformats.org/officeDocument/2006/relationships/image" Target="../media/image82.jpg"/><Relationship Id="rIdL47n4" Type="http://schemas.openxmlformats.org/officeDocument/2006/relationships/image" Target="../media/image83.png"/></Relationships>
</file>

<file path=ppt/slides/_rels/slide48.xml.rels><?xml version='1.0' encoding='UTF-8' standalone='yes'?>
<Relationships xmlns="http://schemas.openxmlformats.org/package/2006/relationships"><Relationship Id="rIdL48n1" Type="http://schemas.openxmlformats.org/officeDocument/2006/relationships/slideLayout" Target="../slideLayouts/slideLayout6.xml"/><Relationship Id="rIdL48n2" Type="http://schemas.openxmlformats.org/officeDocument/2006/relationships/image" Target="../media/image78.jpeg"/><Relationship Id="rIdL48n3" Type="http://schemas.openxmlformats.org/officeDocument/2006/relationships/image" Target="../media/image82.jpg"/><Relationship Id="rIdL48n4" Type="http://schemas.openxmlformats.org/officeDocument/2006/relationships/image" Target="../media/image83.png"/></Relationships>
</file>

<file path=ppt/slides/_rels/slide49.xml.rels><?xml version='1.0' encoding='UTF-8' standalone='yes'?>
<Relationships xmlns="http://schemas.openxmlformats.org/package/2006/relationships"><Relationship Id="rIdL49n1" Type="http://schemas.openxmlformats.org/officeDocument/2006/relationships/slideLayout" Target="../slideLayouts/slideLayout6.xml"/><Relationship Id="rIdL49n2" Type="http://schemas.openxmlformats.org/officeDocument/2006/relationships/image" Target="../media/image82.jpg"/><Relationship Id="rIdL49n3" Type="http://schemas.openxmlformats.org/officeDocument/2006/relationships/image" Target="../media/image83.png"/></Relationships>
</file>

<file path=ppt/slides/_rels/slide50.xml.rels><?xml version='1.0' encoding='UTF-8' standalone='yes'?>
<Relationships xmlns="http://schemas.openxmlformats.org/package/2006/relationships"><Relationship Id="rIdL50n1" Type="http://schemas.openxmlformats.org/officeDocument/2006/relationships/slideLayout" Target="../slideLayouts/slideLayout6.xml"/><Relationship Id="rIdL50n2" Type="http://schemas.openxmlformats.org/officeDocument/2006/relationships/image" Target="../media/image82.jpg"/><Relationship Id="rIdL50n3" Type="http://schemas.openxmlformats.org/officeDocument/2006/relationships/image" Target="../media/image83.png"/></Relationships>
</file>

<file path=ppt/slides/_rels/slide51.xml.rels><?xml version='1.0' encoding='UTF-8' standalone='yes'?>
<Relationships xmlns="http://schemas.openxmlformats.org/package/2006/relationships"><Relationship Id="rIdL51n1" Type="http://schemas.openxmlformats.org/officeDocument/2006/relationships/slideLayout" Target="../slideLayouts/slideLayout6.xml"/><Relationship Id="rIdL51n2" Type="http://schemas.openxmlformats.org/officeDocument/2006/relationships/image" Target="../media/image82.jpg"/><Relationship Id="rIdL51n3" Type="http://schemas.openxmlformats.org/officeDocument/2006/relationships/image" Target="../media/image83.png"/><Relationship Id="rIdL51n4" Type="http://schemas.openxmlformats.org/officeDocument/2006/relationships/image" Target="../media/image76.jpg"/></Relationships>
</file>

<file path=ppt/slides/_rels/slide52.xml.rels><?xml version='1.0' encoding='UTF-8' standalone='yes'?>
<Relationships xmlns="http://schemas.openxmlformats.org/package/2006/relationships"><Relationship Id="rIdL52n1" Type="http://schemas.openxmlformats.org/officeDocument/2006/relationships/slideLayout" Target="../slideLayouts/slideLayout6.xml"/><Relationship Id="rIdL52n2" Type="http://schemas.openxmlformats.org/officeDocument/2006/relationships/image" Target="../media/image82.jpg"/><Relationship Id="rIdL52n3" Type="http://schemas.openxmlformats.org/officeDocument/2006/relationships/image" Target="../media/image83.png"/></Relationships>
</file>

<file path=ppt/slides/_rels/slide53.xml.rels><?xml version='1.0' encoding='UTF-8' standalone='yes'?>
<Relationships xmlns="http://schemas.openxmlformats.org/package/2006/relationships"><Relationship Id="rIdL53n1" Type="http://schemas.openxmlformats.org/officeDocument/2006/relationships/slideLayout" Target="../slideLayouts/slideLayout1.xml"/><Relationship Id="rIdL53n2" Type="http://schemas.openxmlformats.org/officeDocument/2006/relationships/notesSlide" Target="../notesSlides/notesSlide3.xml"/><Relationship Id="rIdL53n3" Type="http://schemas.openxmlformats.org/officeDocument/2006/relationships/image" Target="../media/image82.jpg"/><Relationship Id="rIdL53n4" Type="http://schemas.openxmlformats.org/officeDocument/2006/relationships/image" Target="../media/image84.png"/><Relationship Id="rIdL53n5" Type="http://schemas.openxmlformats.org/officeDocument/2006/relationships/image" Target="../media/image85.png"/><Relationship Id="rIdL53n6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n3"/>
          <a:srcRect/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345680" y="2313146"/>
            <a:ext cx="4389120" cy="19573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acc.png"/>
          <p:cNvPicPr>
            <a:picLocks noChangeAspect="1"/>
          </p:cNvPicPr>
          <p:nvPr/>
        </p:nvPicPr>
        <p:blipFill>
          <a:blip r:embed="rIdL1n4"/>
          <a:stretch>
            <a:fillRect/>
          </a:stretch>
        </p:blipFill>
        <p:spPr>
          <a:xfrm>
            <a:off x="7711440" y="2678906"/>
            <a:ext cx="3657600" cy="1225867"/>
          </a:xfrm>
          <a:prstGeom prst="rect">
            <a:avLst/>
          </a:prstGeom>
        </p:spPr>
      </p:pic>
      <p:sp>
        <p:nvSpPr>
          <p:cNvPr id="4" name="nuestro texto"/>
          <p:cNvSpPr txBox="1"/>
          <p:nvPr/>
        </p:nvSpPr>
        <p:spPr>
          <a:xfrm>
            <a:off x="731520" y="1371600"/>
            <a:ext cx="6248400" cy="23774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Arial"/>
              </a:rPr>
              <a:t>Primeros Auxilios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86200"/>
            <a:ext cx="822960" cy="64008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uestro texto"/>
          <p:cNvSpPr txBox="1"/>
          <p:nvPr/>
        </p:nvSpPr>
        <p:spPr>
          <a:xfrm>
            <a:off x="731520" y="4069080"/>
            <a:ext cx="6248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>
                <a:solidFill>
                  <a:srgbClr val="C9D6EA"/>
                </a:solidFill>
                <a:latin typeface="Arial"/>
              </a:rPr>
              <a:t>Curso de primeros auxilios</a:t>
            </a:r>
          </a:p>
        </p:txBody>
      </p:sp>
      <p:sp>
        <p:nvSpPr>
          <p:cNvPr id="7" name="nuestro texto"/>
          <p:cNvSpPr txBox="1"/>
          <p:nvPr/>
        </p:nvSpPr>
        <p:spPr>
          <a:xfrm>
            <a:off x="731520" y="5065776"/>
            <a:ext cx="2743200" cy="303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B8C7DE"/>
                </a:solidFill>
                <a:latin typeface="Arial"/>
              </a:rPr>
              <a:t>Con el apoyo de</a:t>
            </a:r>
          </a:p>
        </p:txBody>
      </p:sp>
      <p:pic>
        <p:nvPicPr>
          <p:cNvPr id="8" name="Picture 7" descr="placa-patrocinio.png"/>
          <p:cNvPicPr>
            <a:picLocks noChangeAspect="1"/>
          </p:cNvPicPr>
          <p:nvPr/>
        </p:nvPicPr>
        <p:blipFill>
          <a:blip r:embed="rIdL1n5"/>
          <a:stretch>
            <a:fillRect/>
          </a:stretch>
        </p:blipFill>
        <p:spPr>
          <a:xfrm>
            <a:off x="731520" y="5394960"/>
            <a:ext cx="1947672" cy="914400"/>
          </a:xfrm>
          <a:prstGeom prst="rect">
            <a:avLst/>
          </a:prstGeom>
        </p:spPr>
      </p:pic>
      <p:pic>
        <p:nvPicPr>
          <p:cNvPr id="9" name="Picture 8" descr="uniprotec.png"/>
          <p:cNvPicPr>
            <a:picLocks noChangeAspect="1"/>
          </p:cNvPicPr>
          <p:nvPr/>
        </p:nvPicPr>
        <p:blipFill>
          <a:blip r:embed="rIdL1n6"/>
          <a:stretch>
            <a:fillRect/>
          </a:stretch>
        </p:blipFill>
        <p:spPr>
          <a:xfrm>
            <a:off x="2907792" y="5559552"/>
            <a:ext cx="2190179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E42EE68-128E-2489-00A5-3D8D2F201782}"/>
              </a:ext>
            </a:extLst>
          </p:cNvPr>
          <p:cNvSpPr/>
          <p:nvPr/>
        </p:nvSpPr>
        <p:spPr>
          <a:xfrm>
            <a:off x="365760" y="1209358"/>
            <a:ext cx="11460480" cy="480131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</a:pPr>
            <a:r>
              <a:rPr lang="es-MX" sz="2200" b="1" dirty="0">
                <a:solidFill>
                  <a:srgbClr val="85C0E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UNIDAD 1. INTRODUCCIÓN A LAS BRIGADAS DE PRIMEROS AUXILIOS</a:t>
            </a:r>
          </a:p>
          <a:p>
            <a:pPr>
              <a:spcAft>
                <a:spcPts val="0"/>
              </a:spcAft>
            </a:pPr>
            <a:r>
              <a:rPr lang="es-MX" sz="1100" b="1" dirty="0">
                <a:solidFill>
                  <a:srgbClr val="85C0E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sz="900"/>
          </a:p>
          <a:p>
            <a:pPr>
              <a:spcAft>
                <a:spcPts val="0"/>
              </a:spcAft>
            </a:pPr>
            <a:r>
              <a:rPr lang="es-MX" sz="2200" b="1" dirty="0">
                <a:solidFill>
                  <a:srgbClr val="85C0E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UNIDAD 2. APOYO VITAL BÁSICO</a:t>
            </a:r>
          </a:p>
          <a:p>
            <a:pPr>
              <a:spcAft>
                <a:spcPts val="0"/>
              </a:spcAft>
            </a:pPr>
            <a:r>
              <a:rPr lang="es-MX" sz="1100" b="1" dirty="0">
                <a:solidFill>
                  <a:srgbClr val="85C0E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sz="900"/>
          </a:p>
          <a:p>
            <a:pPr>
              <a:spcAft>
                <a:spcPts val="0"/>
              </a:spcAft>
            </a:pPr>
            <a:r>
              <a:rPr lang="es-MX" sz="2200" b="1" dirty="0">
                <a:solidFill>
                  <a:srgbClr val="85C0E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UNIDAD 3 HEMORRAGIAS   </a:t>
            </a:r>
          </a:p>
          <a:p>
            <a:pPr>
              <a:spcAft>
                <a:spcPts val="0"/>
              </a:spcAft>
            </a:pPr>
            <a:r>
              <a:rPr lang="es-MX" sz="1100" b="1" dirty="0">
                <a:solidFill>
                  <a:srgbClr val="85C0E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endParaRPr sz="900"/>
          </a:p>
          <a:p>
            <a:pPr>
              <a:spcAft>
                <a:spcPts val="0"/>
              </a:spcAft>
            </a:pPr>
            <a:r>
              <a:rPr lang="es-MX" sz="2200" b="1" dirty="0">
                <a:solidFill>
                  <a:srgbClr val="85C0E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UNIDAD 4. ESTADO DE SHOCK  </a:t>
            </a:r>
          </a:p>
          <a:p>
            <a:pPr>
              <a:spcAft>
                <a:spcPts val="0"/>
              </a:spcAft>
            </a:pPr>
            <a:r>
              <a:rPr lang="es-MX" sz="1100" b="1" dirty="0">
                <a:solidFill>
                  <a:srgbClr val="85C0E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sz="900"/>
          </a:p>
          <a:p>
            <a:pPr>
              <a:spcAft>
                <a:spcPts val="0"/>
              </a:spcAft>
            </a:pPr>
            <a:r>
              <a:rPr lang="es-MX" sz="2200" b="1" dirty="0">
                <a:solidFill>
                  <a:srgbClr val="85C0E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UNIDAD 5. ESGUINCES, LUXACIONES Y FRACTURAS</a:t>
            </a:r>
          </a:p>
          <a:p>
            <a:pPr>
              <a:spcAft>
                <a:spcPts val="0"/>
              </a:spcAft>
            </a:pPr>
            <a:r>
              <a:rPr lang="es-MX" sz="1100" b="1" dirty="0">
                <a:solidFill>
                  <a:srgbClr val="85C0E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sz="900"/>
          </a:p>
          <a:p>
            <a:pPr>
              <a:spcAft>
                <a:spcPts val="0"/>
              </a:spcAft>
            </a:pPr>
            <a:r>
              <a:rPr lang="es-MX" sz="2200" b="1" dirty="0">
                <a:solidFill>
                  <a:srgbClr val="85C0E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UNIDAD 6. QUEMADURAS</a:t>
            </a:r>
          </a:p>
          <a:p>
            <a:pPr>
              <a:spcAft>
                <a:spcPts val="0"/>
              </a:spcAft>
            </a:pPr>
            <a:r>
              <a:rPr lang="es-MX" sz="1100" b="1" dirty="0">
                <a:solidFill>
                  <a:srgbClr val="85C0E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sz="900"/>
          </a:p>
          <a:p>
            <a:pPr>
              <a:spcAft>
                <a:spcPts val="0"/>
              </a:spcAft>
            </a:pPr>
            <a:r>
              <a:rPr lang="es-MX" sz="2200" b="1" dirty="0">
                <a:solidFill>
                  <a:srgbClr val="85C0E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UNIDAD 7. CONVULSIONES Y EPILEPSIA</a:t>
            </a:r>
          </a:p>
          <a:p>
            <a:pPr>
              <a:spcAft>
                <a:spcPts val="0"/>
              </a:spcAft>
            </a:pPr>
            <a:r>
              <a:rPr lang="es-MX" sz="1100" b="1" dirty="0">
                <a:solidFill>
                  <a:srgbClr val="85C0E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sz="900"/>
          </a:p>
          <a:p>
            <a:pPr>
              <a:spcAft>
                <a:spcPts val="0"/>
              </a:spcAft>
            </a:pPr>
            <a:r>
              <a:rPr lang="es-MX" sz="2200" b="1" dirty="0">
                <a:solidFill>
                  <a:srgbClr val="85C0E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UNIDAD 8 INTOXICACIONES Y ENVENENAMIENTOS  </a:t>
            </a:r>
          </a:p>
          <a:p>
            <a:pPr>
              <a:spcAft>
                <a:spcPts val="0"/>
              </a:spcAft>
            </a:pPr>
            <a:r>
              <a:rPr lang="es-MX" sz="1100" b="1" dirty="0">
                <a:solidFill>
                  <a:srgbClr val="85C0E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sz="900"/>
          </a:p>
          <a:p>
            <a:pPr>
              <a:spcAft>
                <a:spcPts val="0"/>
              </a:spcAft>
            </a:pPr>
            <a:r>
              <a:rPr lang="es-MX" sz="2200" b="1" dirty="0">
                <a:solidFill>
                  <a:srgbClr val="85C0E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UNIDAD 9. MATERIALES QUE COMPONEN UN BOTIQUIN</a:t>
            </a:r>
            <a:endParaRPr lang="es-MX" sz="1800" b="1" dirty="0">
              <a:solidFill>
                <a:srgbClr val="0070C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CF67A44-433D-CAC6-4938-564CA8D8EED1}"/>
              </a:ext>
            </a:extLst>
          </p:cNvPr>
          <p:cNvSpPr txBox="1"/>
          <p:nvPr/>
        </p:nvSpPr>
        <p:spPr>
          <a:xfrm>
            <a:off x="1371600" y="146304"/>
            <a:ext cx="7994904" cy="960120"/>
          </a:xfrm>
          <a:prstGeom prst="rect">
            <a:avLst/>
          </a:prstGeom>
          <a:noFill/>
        </p:spPr>
        <p:txBody>
          <a:bodyPr wrap="square" lIns="45720" rIns="45720" tIns="0" bIns="0" anchor="ctr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Contenido temático</a:t>
            </a:r>
            <a:endParaRPr lang="es-MX" sz="4800" dirty="0"/>
          </a:p>
        </p:txBody>
      </p:sp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2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9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943770E-86D8-FF1A-E8DB-3935553AE7FF}"/>
              </a:ext>
            </a:extLst>
          </p:cNvPr>
          <p:cNvPicPr>
            <a:picLocks noChangeAspect="1"/>
          </p:cNvPicPr>
          <p:nvPr/>
        </p:nvPicPr>
        <p:blipFill>
          <a:blip r:embed="rIdL3n2"/>
          <a:stretch>
            <a:fillRect/>
          </a:stretch>
        </p:blipFill>
        <p:spPr>
          <a:xfrm>
            <a:off x="845634" y="1325880"/>
            <a:ext cx="8520421" cy="496519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778ADF6-8718-1EC6-882D-DCAB0FB0A093}"/>
              </a:ext>
            </a:extLst>
          </p:cNvPr>
          <p:cNvPicPr>
            <a:picLocks noChangeAspect="1"/>
          </p:cNvPicPr>
          <p:nvPr/>
        </p:nvPicPr>
        <p:blipFill>
          <a:blip r:embed="rIdL3n3"/>
          <a:stretch>
            <a:fillRect/>
          </a:stretch>
        </p:blipFill>
        <p:spPr>
          <a:xfrm>
            <a:off x="9640376" y="1325880"/>
            <a:ext cx="1705989" cy="4965192"/>
          </a:xfrm>
          <a:prstGeom prst="rect">
            <a:avLst/>
          </a:prstGeom>
        </p:spPr>
      </p:pic>
      <p:pic>
        <p:nvPicPr>
          <p:cNvPr id="11" name="Logos K-9 ACC" descr="placa-principal.png"/>
          <p:cNvPicPr>
            <a:picLocks noChangeAspect="1"/>
          </p:cNvPicPr>
          <p:nvPr/>
        </p:nvPicPr>
        <p:blipFill>
          <a:blip r:embed="rIdL3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50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arjeta"/>
          <p:cNvSpPr/>
          <p:nvPr/>
        </p:nvSpPr>
        <p:spPr>
          <a:xfrm>
            <a:off x="1199083" y="1234440"/>
            <a:ext cx="9793832" cy="5148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308EFA-5250-A358-25B6-2824F6ABB333}"/>
              </a:ext>
            </a:extLst>
          </p:cNvPr>
          <p:cNvPicPr>
            <a:picLocks noChangeAspect="1"/>
          </p:cNvPicPr>
          <p:nvPr/>
        </p:nvPicPr>
        <p:blipFill>
          <a:blip r:embed="rIdL4n2"/>
          <a:stretch>
            <a:fillRect/>
          </a:stretch>
        </p:blipFill>
        <p:spPr>
          <a:xfrm>
            <a:off x="1290523" y="1325880"/>
            <a:ext cx="9610952" cy="4965192"/>
          </a:xfrm>
          <a:prstGeom prst="rect">
            <a:avLst/>
          </a:prstGeom>
        </p:spPr>
      </p:pic>
      <p:pic>
        <p:nvPicPr>
          <p:cNvPr id="6" name="Logos K-9 ACC" descr="placa-principal.png"/>
          <p:cNvPicPr>
            <a:picLocks noChangeAspect="1"/>
          </p:cNvPicPr>
          <p:nvPr/>
        </p:nvPicPr>
        <p:blipFill>
          <a:blip r:embed="rIdL4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548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arjeta"/>
          <p:cNvSpPr/>
          <p:nvPr/>
        </p:nvSpPr>
        <p:spPr>
          <a:xfrm>
            <a:off x="1468271" y="1234440"/>
            <a:ext cx="9255456" cy="5148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8C26745-F624-CBB8-C063-BAA235042865}"/>
              </a:ext>
            </a:extLst>
          </p:cNvPr>
          <p:cNvPicPr>
            <a:picLocks noChangeAspect="1"/>
          </p:cNvPicPr>
          <p:nvPr/>
        </p:nvPicPr>
        <p:blipFill>
          <a:blip r:embed="rIdL5n2"/>
          <a:stretch>
            <a:fillRect/>
          </a:stretch>
        </p:blipFill>
        <p:spPr>
          <a:xfrm>
            <a:off x="1559711" y="1325880"/>
            <a:ext cx="9072576" cy="4965192"/>
          </a:xfrm>
          <a:prstGeom prst="rect">
            <a:avLst/>
          </a:prstGeom>
        </p:spPr>
      </p:pic>
      <p:pic>
        <p:nvPicPr>
          <p:cNvPr id="6" name="Logos K-9 ACC" descr="placa-principal.png"/>
          <p:cNvPicPr>
            <a:picLocks noChangeAspect="1"/>
          </p:cNvPicPr>
          <p:nvPr/>
        </p:nvPicPr>
        <p:blipFill>
          <a:blip r:embed="rIdL5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671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6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s K-9 ACC" descr="placa-principal.png"/>
          <p:cNvPicPr>
            <a:picLocks noChangeAspect="1"/>
          </p:cNvPicPr>
          <p:nvPr/>
        </p:nvPicPr>
        <p:blipFill>
          <a:blip r:embed="rIdL6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9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Seguridad</a:t>
            </a:r>
          </a:p>
        </p:txBody>
      </p:sp>
      <p:sp>
        <p:nvSpPr>
          <p:cNvPr id="10" name="nuestro texto"/>
          <p:cNvSpPr txBox="1"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Es el punto en el que debemos prestar mayor atención.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54864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uestro caja"/>
          <p:cNvSpPr/>
          <p:nvPr/>
        </p:nvSpPr>
        <p:spPr>
          <a:xfrm>
            <a:off x="457200" y="2286000"/>
            <a:ext cx="5486400" cy="914400"/>
          </a:xfrm>
          <a:prstGeom prst="roundRect">
            <a:avLst>
              <a:gd name="adj" fmla="val 18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Regla del yo</a:t>
            </a:r>
          </a:p>
        </p:txBody>
      </p:sp>
      <p:sp>
        <p:nvSpPr>
          <p:cNvPr id="13" name="nuestro texto"/>
          <p:cNvSpPr txBox="1"/>
          <p:nvPr/>
        </p:nvSpPr>
        <p:spPr>
          <a:xfrm>
            <a:off x="914400" y="34747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Arial"/>
              </a:rPr>
              <a:t>1.  Primero yo</a:t>
            </a:r>
          </a:p>
        </p:txBody>
      </p:sp>
      <p:sp>
        <p:nvSpPr>
          <p:cNvPr id="14" name="nuestro texto"/>
          <p:cNvSpPr txBox="1"/>
          <p:nvPr/>
        </p:nvSpPr>
        <p:spPr>
          <a:xfrm>
            <a:off x="914400" y="429768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Arial"/>
              </a:rPr>
              <a:t>2.  Después yo</a:t>
            </a:r>
          </a:p>
        </p:txBody>
      </p:sp>
      <p:sp>
        <p:nvSpPr>
          <p:cNvPr id="15" name="nuestro texto"/>
          <p:cNvSpPr txBox="1"/>
          <p:nvPr/>
        </p:nvSpPr>
        <p:spPr>
          <a:xfrm>
            <a:off x="914400" y="51206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Arial"/>
              </a:rPr>
              <a:t>3.  Al último yo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54864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uestro caja"/>
          <p:cNvSpPr/>
          <p:nvPr/>
        </p:nvSpPr>
        <p:spPr>
          <a:xfrm>
            <a:off x="6217920" y="2286000"/>
            <a:ext cx="5486400" cy="914400"/>
          </a:xfrm>
          <a:prstGeom prst="roundRect">
            <a:avLst>
              <a:gd name="adj" fmla="val 18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Regla del equipo</a:t>
            </a:r>
          </a:p>
        </p:txBody>
      </p:sp>
      <p:sp>
        <p:nvSpPr>
          <p:cNvPr id="18" name="nuestro texto"/>
          <p:cNvSpPr txBox="1"/>
          <p:nvPr/>
        </p:nvSpPr>
        <p:spPr>
          <a:xfrm>
            <a:off x="6675120" y="34747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Arial"/>
              </a:rPr>
              <a:t>1.  Primero yo</a:t>
            </a:r>
          </a:p>
        </p:txBody>
      </p:sp>
      <p:sp>
        <p:nvSpPr>
          <p:cNvPr id="19" name="nuestro texto"/>
          <p:cNvSpPr txBox="1"/>
          <p:nvPr/>
        </p:nvSpPr>
        <p:spPr>
          <a:xfrm>
            <a:off x="6675120" y="429768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Arial"/>
              </a:rPr>
              <a:t>2.  Después mi equipo</a:t>
            </a:r>
          </a:p>
        </p:txBody>
      </p:sp>
      <p:sp>
        <p:nvSpPr>
          <p:cNvPr id="20" name="nuestro texto"/>
          <p:cNvSpPr txBox="1"/>
          <p:nvPr/>
        </p:nvSpPr>
        <p:spPr>
          <a:xfrm>
            <a:off x="6675120" y="51206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Arial"/>
              </a:rPr>
              <a:t>3.  Al último la víctima</a:t>
            </a:r>
          </a:p>
        </p:txBody>
      </p:sp>
    </p:spTree>
    <p:extLst>
      <p:ext uri="{BB962C8B-B14F-4D97-AF65-F5344CB8AC3E}">
        <p14:creationId xmlns:p14="http://schemas.microsoft.com/office/powerpoint/2010/main" val="3232351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7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arjeta"/>
          <p:cNvSpPr/>
          <p:nvPr/>
        </p:nvSpPr>
        <p:spPr>
          <a:xfrm>
            <a:off x="1099983" y="1234440"/>
            <a:ext cx="9992033" cy="5148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6439B26-1498-FD7A-CFEC-C3919AB5132F}"/>
              </a:ext>
            </a:extLst>
          </p:cNvPr>
          <p:cNvPicPr>
            <a:picLocks noChangeAspect="1"/>
          </p:cNvPicPr>
          <p:nvPr/>
        </p:nvPicPr>
        <p:blipFill>
          <a:blip r:embed="rIdL7n2"/>
          <a:stretch>
            <a:fillRect/>
          </a:stretch>
        </p:blipFill>
        <p:spPr>
          <a:xfrm>
            <a:off x="1191423" y="1325880"/>
            <a:ext cx="9809153" cy="4965192"/>
          </a:xfrm>
          <a:prstGeom prst="rect">
            <a:avLst/>
          </a:prstGeom>
        </p:spPr>
      </p:pic>
      <p:pic>
        <p:nvPicPr>
          <p:cNvPr id="8" name="Logos K-9 ACC" descr="placa-principal.png"/>
          <p:cNvPicPr>
            <a:picLocks noChangeAspect="1"/>
          </p:cNvPicPr>
          <p:nvPr/>
        </p:nvPicPr>
        <p:blipFill>
          <a:blip r:embed="rIdL7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470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8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arjeta"/>
          <p:cNvSpPr/>
          <p:nvPr/>
        </p:nvSpPr>
        <p:spPr>
          <a:xfrm>
            <a:off x="1804017" y="1234440"/>
            <a:ext cx="8583964" cy="5148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4459E39-C010-6BE0-C838-6139C5B57DA4}"/>
              </a:ext>
            </a:extLst>
          </p:cNvPr>
          <p:cNvPicPr>
            <a:picLocks noChangeAspect="1"/>
          </p:cNvPicPr>
          <p:nvPr/>
        </p:nvPicPr>
        <p:blipFill>
          <a:blip r:embed="rIdL8n2"/>
          <a:stretch>
            <a:fillRect/>
          </a:stretch>
        </p:blipFill>
        <p:spPr>
          <a:xfrm>
            <a:off x="1895457" y="1325880"/>
            <a:ext cx="8401084" cy="4965192"/>
          </a:xfrm>
          <a:prstGeom prst="rect">
            <a:avLst/>
          </a:prstGeom>
        </p:spPr>
      </p:pic>
      <p:pic>
        <p:nvPicPr>
          <p:cNvPr id="6" name="Logos K-9 ACC" descr="placa-principal.png"/>
          <p:cNvPicPr>
            <a:picLocks noChangeAspect="1"/>
          </p:cNvPicPr>
          <p:nvPr/>
        </p:nvPicPr>
        <p:blipFill>
          <a:blip r:embed="rIdL8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088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9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arjeta"/>
          <p:cNvSpPr/>
          <p:nvPr/>
        </p:nvSpPr>
        <p:spPr>
          <a:xfrm>
            <a:off x="2017293" y="1234440"/>
            <a:ext cx="8157413" cy="5148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BD0060-88E5-643F-2225-95D2B0C82A57}"/>
              </a:ext>
            </a:extLst>
          </p:cNvPr>
          <p:cNvPicPr>
            <a:picLocks noChangeAspect="1"/>
          </p:cNvPicPr>
          <p:nvPr/>
        </p:nvPicPr>
        <p:blipFill>
          <a:blip r:embed="rIdL9n2"/>
          <a:stretch>
            <a:fillRect/>
          </a:stretch>
        </p:blipFill>
        <p:spPr>
          <a:xfrm>
            <a:off x="2108733" y="1325880"/>
            <a:ext cx="7974533" cy="4965192"/>
          </a:xfrm>
          <a:prstGeom prst="rect">
            <a:avLst/>
          </a:prstGeom>
        </p:spPr>
      </p:pic>
      <p:pic>
        <p:nvPicPr>
          <p:cNvPr id="6" name="Logos K-9 ACC" descr="placa-principal.png"/>
          <p:cNvPicPr>
            <a:picLocks noChangeAspect="1"/>
          </p:cNvPicPr>
          <p:nvPr/>
        </p:nvPicPr>
        <p:blipFill>
          <a:blip r:embed="rIdL9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28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0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arjeta"/>
          <p:cNvSpPr/>
          <p:nvPr/>
        </p:nvSpPr>
        <p:spPr>
          <a:xfrm>
            <a:off x="1271553" y="1234440"/>
            <a:ext cx="9648893" cy="5148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p/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A7187F-6E0A-8F93-AC95-9BF341BB380E}"/>
              </a:ext>
            </a:extLst>
          </p:cNvPr>
          <p:cNvPicPr>
            <a:picLocks noChangeAspect="1"/>
          </p:cNvPicPr>
          <p:nvPr/>
        </p:nvPicPr>
        <p:blipFill>
          <a:blip r:embed="rIdL10n2"/>
          <a:stretch>
            <a:fillRect/>
          </a:stretch>
        </p:blipFill>
        <p:spPr>
          <a:xfrm>
            <a:off x="1362993" y="1325880"/>
            <a:ext cx="9466013" cy="4965192"/>
          </a:xfrm>
          <a:prstGeom prst="rect">
            <a:avLst/>
          </a:prstGeom>
        </p:spPr>
      </p:pic>
      <p:pic>
        <p:nvPicPr>
          <p:cNvPr id="6" name="Logos K-9 ACC" descr="placa-principal.png"/>
          <p:cNvPicPr>
            <a:picLocks noChangeAspect="1"/>
          </p:cNvPicPr>
          <p:nvPr/>
        </p:nvPicPr>
        <p:blipFill>
          <a:blip r:embed="rIdL10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99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1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936B395-3075-FB25-B736-D5484D4B05FC}"/>
              </a:ext>
            </a:extLst>
          </p:cNvPr>
          <p:cNvPicPr>
            <a:picLocks noChangeAspect="1"/>
          </p:cNvPicPr>
          <p:nvPr/>
        </p:nvPicPr>
        <p:blipFill>
          <a:blip r:embed="rIdL11n2"/>
          <a:stretch>
            <a:fillRect/>
          </a:stretch>
        </p:blipFill>
        <p:spPr>
          <a:xfrm>
            <a:off x="3110484" y="320040"/>
            <a:ext cx="5971032" cy="5971032"/>
          </a:xfrm>
          <a:prstGeom prst="rect">
            <a:avLst/>
          </a:prstGeom>
        </p:spPr>
      </p:pic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11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28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2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5E14F9E-E9FD-3B7C-D235-F3FD76165BB4}"/>
              </a:ext>
            </a:extLst>
          </p:cNvPr>
          <p:cNvPicPr>
            <a:picLocks noChangeAspect="1"/>
          </p:cNvPicPr>
          <p:nvPr/>
        </p:nvPicPr>
        <p:blipFill>
          <a:blip r:embed="rIdL12n2"/>
          <a:stretch>
            <a:fillRect/>
          </a:stretch>
        </p:blipFill>
        <p:spPr>
          <a:xfrm>
            <a:off x="2410496" y="1325880"/>
            <a:ext cx="7371006" cy="4965192"/>
          </a:xfrm>
          <a:prstGeom prst="rect">
            <a:avLst/>
          </a:prstGeom>
        </p:spPr>
      </p:pic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12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63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3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4C37842-37B1-A635-F72F-14C829C10789}"/>
              </a:ext>
            </a:extLst>
          </p:cNvPr>
          <p:cNvPicPr>
            <a:picLocks noChangeAspect="1"/>
          </p:cNvPicPr>
          <p:nvPr/>
        </p:nvPicPr>
        <p:blipFill>
          <a:blip r:embed="rIdL13n4"/>
          <a:stretch>
            <a:fillRect/>
          </a:stretch>
        </p:blipFill>
        <p:spPr>
          <a:xfrm>
            <a:off x="3930866" y="320040"/>
            <a:ext cx="4330266" cy="5971032"/>
          </a:xfrm>
          <a:prstGeom prst="rect">
            <a:avLst/>
          </a:prstGeom>
        </p:spPr>
      </p:pic>
      <p:pic>
        <p:nvPicPr>
          <p:cNvPr id="6" name="Logos K-9 ACC" descr="placa-principal.png"/>
          <p:cNvPicPr>
            <a:picLocks noChangeAspect="1"/>
          </p:cNvPicPr>
          <p:nvPr/>
        </p:nvPicPr>
        <p:blipFill>
          <a:blip r:embed="rIdL13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70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4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2B1E853-7755-2EC4-C9E1-130F9F18544F}"/>
              </a:ext>
            </a:extLst>
          </p:cNvPr>
          <p:cNvPicPr>
            <a:picLocks noChangeAspect="1"/>
          </p:cNvPicPr>
          <p:nvPr/>
        </p:nvPicPr>
        <p:blipFill>
          <a:blip r:embed="rIdL14n5"/>
          <a:stretch>
            <a:fillRect/>
          </a:stretch>
        </p:blipFill>
        <p:spPr>
          <a:xfrm>
            <a:off x="2648712" y="1325880"/>
            <a:ext cx="3310128" cy="496519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339018A-B99B-9CCD-D79B-5C5D841035FE}"/>
              </a:ext>
            </a:extLst>
          </p:cNvPr>
          <p:cNvPicPr>
            <a:picLocks noChangeAspect="1"/>
          </p:cNvPicPr>
          <p:nvPr/>
        </p:nvPicPr>
        <p:blipFill>
          <a:blip r:embed="rIdL14n2"/>
          <a:stretch>
            <a:fillRect/>
          </a:stretch>
        </p:blipFill>
        <p:spPr>
          <a:xfrm>
            <a:off x="6233160" y="1325880"/>
            <a:ext cx="3310128" cy="4965192"/>
          </a:xfrm>
          <a:prstGeom prst="rect">
            <a:avLst/>
          </a:prstGeom>
        </p:spPr>
      </p:pic>
      <p:pic>
        <p:nvPicPr>
          <p:cNvPr id="16" name="Logos K-9 ACC" descr="placa-principal.png"/>
          <p:cNvPicPr>
            <a:picLocks noChangeAspect="1"/>
          </p:cNvPicPr>
          <p:nvPr/>
        </p:nvPicPr>
        <p:blipFill>
          <a:blip r:embed="rIdL14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62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5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3A3B89D-0D9E-1198-588F-2A499510B8D8}"/>
              </a:ext>
            </a:extLst>
          </p:cNvPr>
          <p:cNvPicPr>
            <a:picLocks noChangeAspect="1"/>
          </p:cNvPicPr>
          <p:nvPr/>
        </p:nvPicPr>
        <p:blipFill>
          <a:blip r:embed="rIdL15n2"/>
          <a:stretch>
            <a:fillRect/>
          </a:stretch>
        </p:blipFill>
        <p:spPr>
          <a:xfrm>
            <a:off x="3332180" y="320040"/>
            <a:ext cx="5527638" cy="5971032"/>
          </a:xfrm>
          <a:prstGeom prst="rect">
            <a:avLst/>
          </a:prstGeom>
        </p:spPr>
      </p:pic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15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115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6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74457EF-F186-2A34-760B-9C69EF358F34}"/>
              </a:ext>
            </a:extLst>
          </p:cNvPr>
          <p:cNvPicPr>
            <a:picLocks noChangeAspect="1"/>
          </p:cNvPicPr>
          <p:nvPr/>
        </p:nvPicPr>
        <p:blipFill>
          <a:blip r:embed="rIdL16n5"/>
          <a:srcRect b="3347"/>
          <a:stretch>
            <a:fillRect/>
          </a:stretch>
        </p:blipFill>
        <p:spPr>
          <a:xfrm>
            <a:off x="2341638" y="1325880"/>
            <a:ext cx="3424754" cy="496519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FC28267-C614-2316-9D01-69A193BB34CB}"/>
              </a:ext>
            </a:extLst>
          </p:cNvPr>
          <p:cNvPicPr>
            <a:picLocks noChangeAspect="1"/>
          </p:cNvPicPr>
          <p:nvPr/>
        </p:nvPicPr>
        <p:blipFill>
          <a:blip r:embed="rIdL16n2"/>
          <a:srcRect b="13112"/>
          <a:stretch>
            <a:fillRect/>
          </a:stretch>
        </p:blipFill>
        <p:spPr>
          <a:xfrm>
            <a:off x="6040712" y="1325880"/>
            <a:ext cx="3809649" cy="4965192"/>
          </a:xfrm>
          <a:prstGeom prst="rect">
            <a:avLst/>
          </a:prstGeom>
        </p:spPr>
      </p:pic>
      <p:pic>
        <p:nvPicPr>
          <p:cNvPr id="12" name="Logos K-9 ACC" descr="placa-principal.png"/>
          <p:cNvPicPr>
            <a:picLocks noChangeAspect="1"/>
          </p:cNvPicPr>
          <p:nvPr/>
        </p:nvPicPr>
        <p:blipFill>
          <a:blip r:embed="rIdL16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088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7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A84F425-D7E2-AB07-A0CB-CA5EA2001D66}"/>
              </a:ext>
            </a:extLst>
          </p:cNvPr>
          <p:cNvPicPr>
            <a:picLocks noChangeAspect="1"/>
          </p:cNvPicPr>
          <p:nvPr/>
        </p:nvPicPr>
        <p:blipFill>
          <a:blip r:embed="rIdL17n5"/>
          <a:stretch>
            <a:fillRect/>
          </a:stretch>
        </p:blipFill>
        <p:spPr>
          <a:xfrm>
            <a:off x="2097438" y="1325880"/>
            <a:ext cx="3310128" cy="496519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E2075EA-D7EF-A9A9-F6C9-1055B58EF8FB}"/>
              </a:ext>
            </a:extLst>
          </p:cNvPr>
          <p:cNvPicPr>
            <a:picLocks noChangeAspect="1"/>
          </p:cNvPicPr>
          <p:nvPr/>
        </p:nvPicPr>
        <p:blipFill>
          <a:blip r:embed="rIdL17n2"/>
          <a:stretch>
            <a:fillRect/>
          </a:stretch>
        </p:blipFill>
        <p:spPr>
          <a:xfrm>
            <a:off x="5681886" y="1325880"/>
            <a:ext cx="4412674" cy="4965192"/>
          </a:xfrm>
          <a:prstGeom prst="rect">
            <a:avLst/>
          </a:prstGeom>
        </p:spPr>
      </p:pic>
      <p:pic>
        <p:nvPicPr>
          <p:cNvPr id="8" name="Logos K-9 ACC" descr="placa-principal.png"/>
          <p:cNvPicPr>
            <a:picLocks noChangeAspect="1"/>
          </p:cNvPicPr>
          <p:nvPr/>
        </p:nvPicPr>
        <p:blipFill>
          <a:blip r:embed="rIdL17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97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8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8E73429-042B-71FC-467C-2AD0747275C3}"/>
              </a:ext>
            </a:extLst>
          </p:cNvPr>
          <p:cNvPicPr>
            <a:picLocks noChangeAspect="1"/>
          </p:cNvPicPr>
          <p:nvPr/>
        </p:nvPicPr>
        <p:blipFill>
          <a:blip r:embed="rIdL18n2"/>
          <a:stretch>
            <a:fillRect/>
          </a:stretch>
        </p:blipFill>
        <p:spPr>
          <a:xfrm>
            <a:off x="3870124" y="320040"/>
            <a:ext cx="4451750" cy="5971032"/>
          </a:xfrm>
          <a:prstGeom prst="rect">
            <a:avLst/>
          </a:prstGeom>
        </p:spPr>
      </p:pic>
      <p:pic>
        <p:nvPicPr>
          <p:cNvPr id="8" name="Logos K-9 ACC" descr="placa-principal.png"/>
          <p:cNvPicPr>
            <a:picLocks noChangeAspect="1"/>
          </p:cNvPicPr>
          <p:nvPr/>
        </p:nvPicPr>
        <p:blipFill>
          <a:blip r:embed="rIdL18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56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9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B2EE8E8-A3A3-A8C5-8899-44F160CD934A}"/>
              </a:ext>
            </a:extLst>
          </p:cNvPr>
          <p:cNvPicPr>
            <a:picLocks noChangeAspect="1"/>
          </p:cNvPicPr>
          <p:nvPr/>
        </p:nvPicPr>
        <p:blipFill>
          <a:blip r:embed="rIdL19n5"/>
          <a:stretch>
            <a:fillRect/>
          </a:stretch>
        </p:blipFill>
        <p:spPr>
          <a:xfrm>
            <a:off x="6233160" y="1325880"/>
            <a:ext cx="3310128" cy="496519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ED63BB1-1220-0A4F-926C-96914737EDB0}"/>
              </a:ext>
            </a:extLst>
          </p:cNvPr>
          <p:cNvPicPr>
            <a:picLocks noChangeAspect="1"/>
          </p:cNvPicPr>
          <p:nvPr/>
        </p:nvPicPr>
        <p:blipFill>
          <a:blip r:embed="rIdL19n2"/>
          <a:stretch>
            <a:fillRect/>
          </a:stretch>
        </p:blipFill>
        <p:spPr>
          <a:xfrm>
            <a:off x="2648712" y="1325880"/>
            <a:ext cx="3310128" cy="4965192"/>
          </a:xfrm>
          <a:prstGeom prst="rect">
            <a:avLst/>
          </a:prstGeom>
        </p:spPr>
      </p:pic>
      <p:pic>
        <p:nvPicPr>
          <p:cNvPr id="12" name="Logos K-9 ACC" descr="placa-principal.png"/>
          <p:cNvPicPr>
            <a:picLocks noChangeAspect="1"/>
          </p:cNvPicPr>
          <p:nvPr/>
        </p:nvPicPr>
        <p:blipFill>
          <a:blip r:embed="rIdL19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683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0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178FEC9-5AA7-023E-EA6C-B795F8BB9F55}"/>
              </a:ext>
            </a:extLst>
          </p:cNvPr>
          <p:cNvPicPr>
            <a:picLocks noChangeAspect="1"/>
          </p:cNvPicPr>
          <p:nvPr/>
        </p:nvPicPr>
        <p:blipFill>
          <a:blip r:embed="rIdL20n5"/>
          <a:stretch>
            <a:fillRect/>
          </a:stretch>
        </p:blipFill>
        <p:spPr>
          <a:xfrm>
            <a:off x="6233160" y="1325880"/>
            <a:ext cx="3310128" cy="496519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F086F92-C5D2-1C55-CB1A-FEB00979F553}"/>
              </a:ext>
            </a:extLst>
          </p:cNvPr>
          <p:cNvPicPr>
            <a:picLocks noChangeAspect="1"/>
          </p:cNvPicPr>
          <p:nvPr/>
        </p:nvPicPr>
        <p:blipFill>
          <a:blip r:embed="rIdL20n2"/>
          <a:stretch>
            <a:fillRect/>
          </a:stretch>
        </p:blipFill>
        <p:spPr>
          <a:xfrm>
            <a:off x="2648712" y="1325880"/>
            <a:ext cx="3310128" cy="4965192"/>
          </a:xfrm>
          <a:prstGeom prst="rect">
            <a:avLst/>
          </a:prstGeom>
        </p:spPr>
      </p:pic>
      <p:pic>
        <p:nvPicPr>
          <p:cNvPr id="8" name="Logos K-9 ACC" descr="placa-principal.png"/>
          <p:cNvPicPr>
            <a:picLocks noChangeAspect="1"/>
          </p:cNvPicPr>
          <p:nvPr/>
        </p:nvPicPr>
        <p:blipFill>
          <a:blip r:embed="rIdL20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09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1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1831FAB-578A-2197-D02F-EAC2857B39AF}"/>
              </a:ext>
            </a:extLst>
          </p:cNvPr>
          <p:cNvPicPr>
            <a:picLocks noChangeAspect="1"/>
          </p:cNvPicPr>
          <p:nvPr/>
        </p:nvPicPr>
        <p:blipFill>
          <a:blip r:embed="rIdL21n2"/>
          <a:srcRect b="11083"/>
          <a:stretch>
            <a:fillRect/>
          </a:stretch>
        </p:blipFill>
        <p:spPr>
          <a:xfrm>
            <a:off x="2779776" y="356869"/>
            <a:ext cx="6632448" cy="5897373"/>
          </a:xfrm>
          <a:prstGeom prst="rect">
            <a:avLst/>
          </a:prstGeom>
        </p:spPr>
      </p:pic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21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60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2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DED3AD8-2EAA-5B7C-37BB-38725DB556FB}"/>
              </a:ext>
            </a:extLst>
          </p:cNvPr>
          <p:cNvPicPr>
            <a:picLocks noChangeAspect="1"/>
          </p:cNvPicPr>
          <p:nvPr/>
        </p:nvPicPr>
        <p:blipFill>
          <a:blip r:embed="rIdL22n5"/>
          <a:srcRect b="6533"/>
          <a:stretch>
            <a:fillRect/>
          </a:stretch>
        </p:blipFill>
        <p:spPr>
          <a:xfrm>
            <a:off x="2533029" y="1325880"/>
            <a:ext cx="3541493" cy="496519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2609072-9E6F-32B9-0518-A6BE3C9CB16F}"/>
              </a:ext>
            </a:extLst>
          </p:cNvPr>
          <p:cNvPicPr>
            <a:picLocks noChangeAspect="1"/>
          </p:cNvPicPr>
          <p:nvPr/>
        </p:nvPicPr>
        <p:blipFill>
          <a:blip r:embed="rIdL22n2"/>
          <a:stretch>
            <a:fillRect/>
          </a:stretch>
        </p:blipFill>
        <p:spPr>
          <a:xfrm>
            <a:off x="6348842" y="1325880"/>
            <a:ext cx="3310128" cy="4965192"/>
          </a:xfrm>
          <a:prstGeom prst="rect">
            <a:avLst/>
          </a:prstGeom>
        </p:spPr>
      </p:pic>
      <p:pic>
        <p:nvPicPr>
          <p:cNvPr id="8" name="Logos K-9 ACC" descr="placa-principal.png"/>
          <p:cNvPicPr>
            <a:picLocks noChangeAspect="1"/>
          </p:cNvPicPr>
          <p:nvPr/>
        </p:nvPicPr>
        <p:blipFill>
          <a:blip r:embed="rIdL22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263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3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B204D26-1E49-745E-7A9C-9D59A18FD28E}"/>
              </a:ext>
            </a:extLst>
          </p:cNvPr>
          <p:cNvPicPr>
            <a:picLocks noChangeAspect="1"/>
          </p:cNvPicPr>
          <p:nvPr/>
        </p:nvPicPr>
        <p:blipFill>
          <a:blip r:embed="rIdL23n2"/>
          <a:stretch>
            <a:fillRect/>
          </a:stretch>
        </p:blipFill>
        <p:spPr>
          <a:xfrm>
            <a:off x="3297222" y="320040"/>
            <a:ext cx="5597554" cy="5971032"/>
          </a:xfrm>
          <a:prstGeom prst="rect">
            <a:avLst/>
          </a:prstGeom>
        </p:spPr>
      </p:pic>
      <p:pic>
        <p:nvPicPr>
          <p:cNvPr id="10" name="Logos K-9 ACC" descr="placa-principal.png"/>
          <p:cNvPicPr>
            <a:picLocks noChangeAspect="1"/>
          </p:cNvPicPr>
          <p:nvPr/>
        </p:nvPicPr>
        <p:blipFill>
          <a:blip r:embed="rIdL23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86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4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A9867EE-89BD-0E8A-F55C-B1D1CF9E379C}"/>
              </a:ext>
            </a:extLst>
          </p:cNvPr>
          <p:cNvPicPr>
            <a:picLocks noChangeAspect="1"/>
          </p:cNvPicPr>
          <p:nvPr/>
        </p:nvPicPr>
        <p:blipFill>
          <a:blip r:embed="rIdL24n4"/>
          <a:stretch>
            <a:fillRect/>
          </a:stretch>
        </p:blipFill>
        <p:spPr>
          <a:xfrm>
            <a:off x="3110484" y="320040"/>
            <a:ext cx="5971032" cy="5971032"/>
          </a:xfrm>
          <a:prstGeom prst="rect">
            <a:avLst/>
          </a:prstGeom>
        </p:spPr>
      </p:pic>
      <p:pic>
        <p:nvPicPr>
          <p:cNvPr id="6" name="Logos K-9 ACC" descr="placa-principal.png"/>
          <p:cNvPicPr>
            <a:picLocks noChangeAspect="1"/>
          </p:cNvPicPr>
          <p:nvPr/>
        </p:nvPicPr>
        <p:blipFill>
          <a:blip r:embed="rIdL24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042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5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B75E7B9-6C47-2FD3-4DA8-C470EAD86ED2}"/>
              </a:ext>
            </a:extLst>
          </p:cNvPr>
          <p:cNvPicPr>
            <a:picLocks noChangeAspect="1"/>
          </p:cNvPicPr>
          <p:nvPr/>
        </p:nvPicPr>
        <p:blipFill>
          <a:blip r:embed="rIdL25n5"/>
          <a:srcRect b="4000"/>
          <a:stretch>
            <a:fillRect/>
          </a:stretch>
        </p:blipFill>
        <p:spPr>
          <a:xfrm>
            <a:off x="2519722" y="1325880"/>
            <a:ext cx="3448050" cy="496519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5F0DA66-9600-8CF0-61F4-0D039DD5581C}"/>
              </a:ext>
            </a:extLst>
          </p:cNvPr>
          <p:cNvPicPr>
            <a:picLocks noChangeAspect="1"/>
          </p:cNvPicPr>
          <p:nvPr/>
        </p:nvPicPr>
        <p:blipFill>
          <a:blip r:embed="rIdL25n2"/>
          <a:srcRect b="3500"/>
          <a:stretch>
            <a:fillRect/>
          </a:stretch>
        </p:blipFill>
        <p:spPr>
          <a:xfrm>
            <a:off x="6242092" y="1325880"/>
            <a:ext cx="3430184" cy="4965192"/>
          </a:xfrm>
          <a:prstGeom prst="rect">
            <a:avLst/>
          </a:prstGeom>
        </p:spPr>
      </p:pic>
      <p:pic>
        <p:nvPicPr>
          <p:cNvPr id="16" name="Logos K-9 ACC" descr="placa-principal.png"/>
          <p:cNvPicPr>
            <a:picLocks noChangeAspect="1"/>
          </p:cNvPicPr>
          <p:nvPr/>
        </p:nvPicPr>
        <p:blipFill>
          <a:blip r:embed="rIdL25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722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6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FB61681-19B6-E8C0-203A-0A1008514EE4}"/>
              </a:ext>
            </a:extLst>
          </p:cNvPr>
          <p:cNvPicPr>
            <a:picLocks noChangeAspect="1"/>
          </p:cNvPicPr>
          <p:nvPr/>
        </p:nvPicPr>
        <p:blipFill>
          <a:blip r:embed="rIdL26n5"/>
          <a:srcRect b="8484"/>
          <a:stretch>
            <a:fillRect/>
          </a:stretch>
        </p:blipFill>
        <p:spPr>
          <a:xfrm>
            <a:off x="6213051" y="1325880"/>
            <a:ext cx="3616993" cy="496519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0A12E3F-5DDB-71C5-68D1-678FD668262C}"/>
              </a:ext>
            </a:extLst>
          </p:cNvPr>
          <p:cNvPicPr>
            <a:picLocks noChangeAspect="1"/>
          </p:cNvPicPr>
          <p:nvPr/>
        </p:nvPicPr>
        <p:blipFill>
          <a:blip r:embed="rIdL26n2"/>
          <a:srcRect b="7455"/>
          <a:stretch>
            <a:fillRect/>
          </a:stretch>
        </p:blipFill>
        <p:spPr>
          <a:xfrm>
            <a:off x="2361954" y="1325880"/>
            <a:ext cx="3576776" cy="4965192"/>
          </a:xfrm>
          <a:prstGeom prst="rect">
            <a:avLst/>
          </a:prstGeom>
        </p:spPr>
      </p:pic>
      <p:pic>
        <p:nvPicPr>
          <p:cNvPr id="8" name="Logos K-9 ACC" descr="placa-principal.png"/>
          <p:cNvPicPr>
            <a:picLocks noChangeAspect="1"/>
          </p:cNvPicPr>
          <p:nvPr/>
        </p:nvPicPr>
        <p:blipFill>
          <a:blip r:embed="rIdL26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606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7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A69A9B0-2DEF-5A09-0135-CA213234C292}"/>
              </a:ext>
            </a:extLst>
          </p:cNvPr>
          <p:cNvPicPr>
            <a:picLocks noChangeAspect="1"/>
          </p:cNvPicPr>
          <p:nvPr/>
        </p:nvPicPr>
        <p:blipFill>
          <a:blip r:embed="rIdL27n5"/>
          <a:srcRect b="6565"/>
          <a:stretch>
            <a:fillRect/>
          </a:stretch>
        </p:blipFill>
        <p:spPr>
          <a:xfrm>
            <a:off x="6267324" y="1325880"/>
            <a:ext cx="3542706" cy="496519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F1783CB-A0A3-2215-1E4A-E168ABBE5609}"/>
              </a:ext>
            </a:extLst>
          </p:cNvPr>
          <p:cNvPicPr>
            <a:picLocks noChangeAspect="1"/>
          </p:cNvPicPr>
          <p:nvPr/>
        </p:nvPicPr>
        <p:blipFill>
          <a:blip r:embed="rIdL27n2"/>
          <a:srcRect b="8333"/>
          <a:stretch>
            <a:fillRect/>
          </a:stretch>
        </p:blipFill>
        <p:spPr>
          <a:xfrm>
            <a:off x="2381968" y="1325880"/>
            <a:ext cx="3611035" cy="4965192"/>
          </a:xfrm>
          <a:prstGeom prst="rect">
            <a:avLst/>
          </a:prstGeom>
        </p:spPr>
      </p:pic>
      <p:pic>
        <p:nvPicPr>
          <p:cNvPr id="8" name="Logos K-9 ACC" descr="placa-principal.png"/>
          <p:cNvPicPr>
            <a:picLocks noChangeAspect="1"/>
          </p:cNvPicPr>
          <p:nvPr/>
        </p:nvPicPr>
        <p:blipFill>
          <a:blip r:embed="rIdL27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88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8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1B2B4AB-F1A3-ED1C-0C94-4078E844F96E}"/>
              </a:ext>
            </a:extLst>
          </p:cNvPr>
          <p:cNvPicPr>
            <a:picLocks noChangeAspect="1"/>
          </p:cNvPicPr>
          <p:nvPr/>
        </p:nvPicPr>
        <p:blipFill>
          <a:blip r:embed="rIdL28n4"/>
          <a:srcRect b="5290"/>
          <a:stretch>
            <a:fillRect/>
          </a:stretch>
        </p:blipFill>
        <p:spPr>
          <a:xfrm>
            <a:off x="3994485" y="320040"/>
            <a:ext cx="4203028" cy="5971032"/>
          </a:xfrm>
          <a:prstGeom prst="rect">
            <a:avLst/>
          </a:prstGeom>
        </p:spPr>
      </p:pic>
      <p:pic>
        <p:nvPicPr>
          <p:cNvPr id="6" name="Logos K-9 ACC" descr="placa-principal.png"/>
          <p:cNvPicPr>
            <a:picLocks noChangeAspect="1"/>
          </p:cNvPicPr>
          <p:nvPr/>
        </p:nvPicPr>
        <p:blipFill>
          <a:blip r:embed="rIdL28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2533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9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2D21EAE-A335-C00E-1D96-5D819D74A70B}"/>
              </a:ext>
            </a:extLst>
          </p:cNvPr>
          <p:cNvPicPr>
            <a:picLocks noChangeAspect="1"/>
          </p:cNvPicPr>
          <p:nvPr/>
        </p:nvPicPr>
        <p:blipFill>
          <a:blip r:embed="rIdL29n2"/>
          <a:srcRect r="-418" b="14623"/>
          <a:stretch>
            <a:fillRect/>
          </a:stretch>
        </p:blipFill>
        <p:spPr>
          <a:xfrm>
            <a:off x="1716061" y="1325880"/>
            <a:ext cx="8759876" cy="4965192"/>
          </a:xfrm>
          <a:prstGeom prst="rect">
            <a:avLst/>
          </a:prstGeom>
        </p:spPr>
      </p:pic>
      <p:pic>
        <p:nvPicPr>
          <p:cNvPr id="13" name="Logos K-9 ACC" descr="placa-principal.png"/>
          <p:cNvPicPr>
            <a:picLocks noChangeAspect="1"/>
          </p:cNvPicPr>
          <p:nvPr/>
        </p:nvPicPr>
        <p:blipFill>
          <a:blip r:embed="rIdL29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92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0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D16D35A9-B221-29B0-6E9E-F8B38F24C52C}"/>
              </a:ext>
            </a:extLst>
          </p:cNvPr>
          <p:cNvPicPr>
            <a:picLocks noChangeAspect="1"/>
          </p:cNvPicPr>
          <p:nvPr/>
        </p:nvPicPr>
        <p:blipFill>
          <a:blip r:embed="rIdL30n5"/>
          <a:stretch>
            <a:fillRect/>
          </a:stretch>
        </p:blipFill>
        <p:spPr>
          <a:xfrm>
            <a:off x="6233160" y="1325880"/>
            <a:ext cx="3310128" cy="496519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BC167D4-17D5-2F7F-85AF-38F7EBB7619C}"/>
              </a:ext>
            </a:extLst>
          </p:cNvPr>
          <p:cNvPicPr>
            <a:picLocks noChangeAspect="1"/>
          </p:cNvPicPr>
          <p:nvPr/>
        </p:nvPicPr>
        <p:blipFill>
          <a:blip r:embed="rIdL30n2"/>
          <a:stretch>
            <a:fillRect/>
          </a:stretch>
        </p:blipFill>
        <p:spPr>
          <a:xfrm>
            <a:off x="2648712" y="1325880"/>
            <a:ext cx="3310128" cy="4965192"/>
          </a:xfrm>
          <a:prstGeom prst="rect">
            <a:avLst/>
          </a:prstGeom>
        </p:spPr>
      </p:pic>
      <p:pic>
        <p:nvPicPr>
          <p:cNvPr id="16" name="Logos K-9 ACC" descr="placa-principal.png"/>
          <p:cNvPicPr>
            <a:picLocks noChangeAspect="1"/>
          </p:cNvPicPr>
          <p:nvPr/>
        </p:nvPicPr>
        <p:blipFill>
          <a:blip r:embed="rIdL30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7377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1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2D9337F-CEF9-962B-46AC-AFCD6BF3E1C8}"/>
              </a:ext>
            </a:extLst>
          </p:cNvPr>
          <p:cNvPicPr>
            <a:picLocks noChangeAspect="1"/>
          </p:cNvPicPr>
          <p:nvPr/>
        </p:nvPicPr>
        <p:blipFill>
          <a:blip r:embed="rIdL31n3"/>
          <a:stretch>
            <a:fillRect/>
          </a:stretch>
        </p:blipFill>
        <p:spPr>
          <a:xfrm>
            <a:off x="1128858" y="1325880"/>
            <a:ext cx="3723894" cy="496519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11D6C5E-A8EB-B6C5-E4C9-39C82980B2D3}"/>
              </a:ext>
            </a:extLst>
          </p:cNvPr>
          <p:cNvPicPr>
            <a:picLocks noChangeAspect="1"/>
          </p:cNvPicPr>
          <p:nvPr/>
        </p:nvPicPr>
        <p:blipFill>
          <a:blip r:embed="rIdL31n2"/>
          <a:stretch>
            <a:fillRect/>
          </a:stretch>
        </p:blipFill>
        <p:spPr>
          <a:xfrm>
            <a:off x="5127072" y="1325880"/>
            <a:ext cx="5936069" cy="4965192"/>
          </a:xfrm>
          <a:prstGeom prst="rect">
            <a:avLst/>
          </a:prstGeom>
        </p:spPr>
      </p:pic>
      <p:pic>
        <p:nvPicPr>
          <p:cNvPr id="11" name="Logos K-9 ACC" descr="placa-principal.png"/>
          <p:cNvPicPr>
            <a:picLocks noChangeAspect="1"/>
          </p:cNvPicPr>
          <p:nvPr/>
        </p:nvPicPr>
        <p:blipFill>
          <a:blip r:embed="rIdL31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989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2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4A5F987-1C39-1702-044F-607217A45998}"/>
              </a:ext>
            </a:extLst>
          </p:cNvPr>
          <p:cNvPicPr>
            <a:picLocks noChangeAspect="1"/>
          </p:cNvPicPr>
          <p:nvPr/>
        </p:nvPicPr>
        <p:blipFill>
          <a:blip r:embed="rIdL32n5"/>
          <a:srcRect b="3871"/>
          <a:stretch>
            <a:fillRect/>
          </a:stretch>
        </p:blipFill>
        <p:spPr>
          <a:xfrm>
            <a:off x="2582064" y="1325880"/>
            <a:ext cx="3443422" cy="496519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980A7D7-F4B1-4E88-88B9-9D1C4EF52D67}"/>
              </a:ext>
            </a:extLst>
          </p:cNvPr>
          <p:cNvPicPr>
            <a:picLocks noChangeAspect="1"/>
          </p:cNvPicPr>
          <p:nvPr/>
        </p:nvPicPr>
        <p:blipFill>
          <a:blip r:embed="rIdL32n2"/>
          <a:stretch>
            <a:fillRect/>
          </a:stretch>
        </p:blipFill>
        <p:spPr>
          <a:xfrm>
            <a:off x="6299807" y="1325880"/>
            <a:ext cx="3310128" cy="4965192"/>
          </a:xfrm>
          <a:prstGeom prst="rect">
            <a:avLst/>
          </a:prstGeom>
        </p:spPr>
      </p:pic>
      <p:pic>
        <p:nvPicPr>
          <p:cNvPr id="10" name="Logos K-9 ACC" descr="placa-principal.png"/>
          <p:cNvPicPr>
            <a:picLocks noChangeAspect="1"/>
          </p:cNvPicPr>
          <p:nvPr/>
        </p:nvPicPr>
        <p:blipFill>
          <a:blip r:embed="rIdL32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038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3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4CDAECA-120B-3630-2C0E-E8C84E3B31B6}"/>
              </a:ext>
            </a:extLst>
          </p:cNvPr>
          <p:cNvPicPr>
            <a:picLocks noChangeAspect="1"/>
          </p:cNvPicPr>
          <p:nvPr/>
        </p:nvPicPr>
        <p:blipFill>
          <a:blip r:embed="rIdL33n5"/>
          <a:stretch>
            <a:fillRect/>
          </a:stretch>
        </p:blipFill>
        <p:spPr>
          <a:xfrm>
            <a:off x="7044224" y="1325880"/>
            <a:ext cx="3310128" cy="496519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F4DF52-78DD-4D92-478F-1E40CB512E19}"/>
              </a:ext>
            </a:extLst>
          </p:cNvPr>
          <p:cNvPicPr>
            <a:picLocks noChangeAspect="1"/>
          </p:cNvPicPr>
          <p:nvPr/>
        </p:nvPicPr>
        <p:blipFill>
          <a:blip r:embed="rIdL33n2"/>
          <a:srcRect b="5852"/>
          <a:stretch>
            <a:fillRect/>
          </a:stretch>
        </p:blipFill>
        <p:spPr>
          <a:xfrm>
            <a:off x="1837647" y="1325880"/>
            <a:ext cx="4932257" cy="4965192"/>
          </a:xfrm>
          <a:prstGeom prst="rect">
            <a:avLst/>
          </a:prstGeom>
        </p:spPr>
      </p:pic>
      <p:pic>
        <p:nvPicPr>
          <p:cNvPr id="11" name="Logos K-9 ACC" descr="placa-principal.png"/>
          <p:cNvPicPr>
            <a:picLocks noChangeAspect="1"/>
          </p:cNvPicPr>
          <p:nvPr/>
        </p:nvPicPr>
        <p:blipFill>
          <a:blip r:embed="rIdL33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749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4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823D99B-5444-B574-CF82-A0F9AD1C3823}"/>
              </a:ext>
            </a:extLst>
          </p:cNvPr>
          <p:cNvPicPr>
            <a:picLocks noChangeAspect="1"/>
          </p:cNvPicPr>
          <p:nvPr/>
        </p:nvPicPr>
        <p:blipFill>
          <a:blip r:embed="rIdL34n2"/>
          <a:srcRect b="20000"/>
          <a:stretch>
            <a:fillRect/>
          </a:stretch>
        </p:blipFill>
        <p:spPr>
          <a:xfrm>
            <a:off x="2779776" y="364106"/>
            <a:ext cx="6632448" cy="5882898"/>
          </a:xfrm>
          <a:prstGeom prst="rect">
            <a:avLst/>
          </a:prstGeom>
        </p:spPr>
      </p:pic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34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5867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5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3C51A46-6AB1-1BEF-74DE-D8CFA115A89F}"/>
              </a:ext>
            </a:extLst>
          </p:cNvPr>
          <p:cNvPicPr>
            <a:picLocks noChangeAspect="1"/>
          </p:cNvPicPr>
          <p:nvPr/>
        </p:nvPicPr>
        <p:blipFill>
          <a:blip r:embed="rIdL35n4"/>
          <a:srcRect b="20215"/>
          <a:stretch>
            <a:fillRect/>
          </a:stretch>
        </p:blipFill>
        <p:spPr>
          <a:xfrm>
            <a:off x="3601365" y="320040"/>
            <a:ext cx="4989268" cy="5971032"/>
          </a:xfrm>
          <a:prstGeom prst="rect">
            <a:avLst/>
          </a:prstGeom>
        </p:spPr>
      </p:pic>
      <p:pic>
        <p:nvPicPr>
          <p:cNvPr id="8" name="Logos K-9 ACC" descr="placa-principal.png"/>
          <p:cNvPicPr>
            <a:picLocks noChangeAspect="1"/>
          </p:cNvPicPr>
          <p:nvPr/>
        </p:nvPicPr>
        <p:blipFill>
          <a:blip r:embed="rIdL35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6177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6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93CAB02-E633-8629-A3BE-2736B6A34E5C}"/>
              </a:ext>
            </a:extLst>
          </p:cNvPr>
          <p:cNvPicPr>
            <a:picLocks noChangeAspect="1"/>
          </p:cNvPicPr>
          <p:nvPr/>
        </p:nvPicPr>
        <p:blipFill>
          <a:blip r:embed="rIdL36n2"/>
          <a:srcRect b="11828"/>
          <a:stretch>
            <a:fillRect/>
          </a:stretch>
        </p:blipFill>
        <p:spPr>
          <a:xfrm>
            <a:off x="2779776" y="381574"/>
            <a:ext cx="6632448" cy="5847962"/>
          </a:xfrm>
          <a:prstGeom prst="rect">
            <a:avLst/>
          </a:prstGeom>
        </p:spPr>
      </p:pic>
      <p:pic>
        <p:nvPicPr>
          <p:cNvPr id="8" name="Logos K-9 ACC" descr="placa-principal.png"/>
          <p:cNvPicPr>
            <a:picLocks noChangeAspect="1"/>
          </p:cNvPicPr>
          <p:nvPr/>
        </p:nvPicPr>
        <p:blipFill>
          <a:blip r:embed="rIdL36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51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7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371600" y="146304"/>
            <a:ext cx="7994904" cy="960120"/>
          </a:xfrm>
          <a:prstGeom prst="rect">
            <a:avLst/>
          </a:prstGeom>
          <a:noFill/>
        </p:spPr>
        <p:txBody>
          <a:bodyPr wrap="square" rtlCol="0" lIns="45720" rIns="45720" tIns="0" bIns="0" anchor="ctr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RCP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3C04B7-CE80-44DD-AAC9-FD620938598B}"/>
              </a:ext>
            </a:extLst>
          </p:cNvPr>
          <p:cNvPicPr>
            <a:picLocks noChangeAspect="1"/>
          </p:cNvPicPr>
          <p:nvPr/>
        </p:nvPicPr>
        <p:blipFill>
          <a:blip r:embed="rIdL37n4"/>
          <a:stretch>
            <a:fillRect/>
          </a:stretch>
        </p:blipFill>
        <p:spPr>
          <a:xfrm>
            <a:off x="2229389" y="1325880"/>
            <a:ext cx="7733220" cy="4965192"/>
          </a:xfrm>
          <a:prstGeom prst="rect">
            <a:avLst/>
          </a:prstGeom>
        </p:spPr>
      </p:pic>
      <p:pic>
        <p:nvPicPr>
          <p:cNvPr id="5" name="Logos K-9 ACC" descr="placa-principal.png"/>
          <p:cNvPicPr>
            <a:picLocks noChangeAspect="1"/>
          </p:cNvPicPr>
          <p:nvPr/>
        </p:nvPicPr>
        <p:blipFill>
          <a:blip r:embed="rIdL37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4840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8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371600" y="146304"/>
            <a:ext cx="7994904" cy="960120"/>
          </a:xfrm>
          <a:prstGeom prst="rect">
            <a:avLst/>
          </a:prstGeom>
          <a:noFill/>
        </p:spPr>
        <p:txBody>
          <a:bodyPr wrap="square" rtlCol="0" lIns="45720" rIns="45720" tIns="0" bIns="0" anchor="ctr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RCP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32EFA4D-E998-4558-A63A-F47A1FB548E6}"/>
              </a:ext>
            </a:extLst>
          </p:cNvPr>
          <p:cNvSpPr txBox="1">
            <a:spLocks/>
          </p:cNvSpPr>
          <p:nvPr/>
        </p:nvSpPr>
        <p:spPr bwMode="auto">
          <a:xfrm>
            <a:off x="365760" y="1451992"/>
            <a:ext cx="1146048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1500B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4000" b="1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Los componentes del sistema de RCP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ヒラギノ角ゴ Pro W3"/>
            </a:endParaRPr>
          </a:p>
        </p:txBody>
      </p:sp>
      <p:pic>
        <p:nvPicPr>
          <p:cNvPr id="8" name="Picture 7" descr="x.jpg"/>
          <p:cNvPicPr>
            <a:picLocks noChangeAspect="1"/>
          </p:cNvPicPr>
          <p:nvPr/>
        </p:nvPicPr>
        <p:blipFill>
          <a:blip r:embed="rIdL38n4"/>
          <a:stretch>
            <a:fillRect/>
          </a:stretch>
        </p:blipFill>
        <p:spPr>
          <a:xfrm>
            <a:off x="504975" y="2457832"/>
            <a:ext cx="11182048" cy="3833240"/>
          </a:xfrm>
          <a:prstGeom prst="rect">
            <a:avLst/>
          </a:prstGeom>
        </p:spPr>
      </p:pic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38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9040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9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371600" y="146304"/>
            <a:ext cx="7994904" cy="960120"/>
          </a:xfrm>
          <a:prstGeom prst="rect">
            <a:avLst/>
          </a:prstGeom>
          <a:noFill/>
        </p:spPr>
        <p:txBody>
          <a:bodyPr wrap="square" rtlCol="0" lIns="45720" rIns="45720" tIns="0" bIns="0" anchor="ctr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RCP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A51C775-3DF5-439B-B4C6-7EB3A1D3D12D}"/>
              </a:ext>
            </a:extLst>
          </p:cNvPr>
          <p:cNvSpPr txBox="1">
            <a:spLocks/>
          </p:cNvSpPr>
          <p:nvPr/>
        </p:nvSpPr>
        <p:spPr bwMode="auto">
          <a:xfrm>
            <a:off x="2209800" y="1207008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1500B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Evaluar la necesidad de SVB </a:t>
            </a:r>
            <a:b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C1500B"/>
                </a:solidFill>
                <a:effectLst/>
                <a:uLnTx/>
                <a:uFillTx/>
                <a:latin typeface="Arial"/>
                <a:ea typeface="ヒラギノ角ゴ Pro W3"/>
              </a:rPr>
            </a:b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C1500B"/>
              </a:solidFill>
              <a:effectLst/>
              <a:uLnTx/>
              <a:uFillTx/>
              <a:latin typeface="Arial"/>
              <a:ea typeface="ヒラギノ角ゴ Pro W3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6DC13B-022A-44A2-90DE-365D0B859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L39n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67406" y="2212848"/>
            <a:ext cx="6457188" cy="4078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Logos K-9 ACC" descr="placa-principal.png"/>
          <p:cNvPicPr>
            <a:picLocks noChangeAspect="1"/>
          </p:cNvPicPr>
          <p:nvPr/>
        </p:nvPicPr>
        <p:blipFill>
          <a:blip r:embed="rIdL39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664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0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371600" y="146304"/>
            <a:ext cx="7994904" cy="960120"/>
          </a:xfrm>
          <a:prstGeom prst="rect">
            <a:avLst/>
          </a:prstGeom>
          <a:noFill/>
        </p:spPr>
        <p:txBody>
          <a:bodyPr wrap="square" rtlCol="0" lIns="45720" rIns="45720" tIns="0" bIns="0" anchor="ctr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RCP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1A2F9E-79F6-4741-9246-AF68E3AD0AF1}"/>
              </a:ext>
            </a:extLst>
          </p:cNvPr>
          <p:cNvSpPr txBox="1">
            <a:spLocks/>
          </p:cNvSpPr>
          <p:nvPr/>
        </p:nvSpPr>
        <p:spPr bwMode="auto">
          <a:xfrm>
            <a:off x="320040" y="1268760"/>
            <a:ext cx="10415665" cy="801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0160" tIns="40080" rIns="80160" bIns="4008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06" b="1">
                <a:solidFill>
                  <a:srgbClr val="C1500B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06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06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06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06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06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06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06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06" b="1">
                <a:solidFill>
                  <a:srgbClr val="F37021"/>
                </a:solidFill>
                <a:latin typeface="Arial" charset="0"/>
                <a:ea typeface="ヒラギノ角ゴ Pro W3" charset="-128"/>
                <a:cs typeface="ヒラギノ角ゴ Pro W3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300" b="1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Verifique la respiración </a:t>
            </a:r>
            <a:br>
              <a:rPr kumimoji="0" lang="es-MX" sz="40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ヒラギノ角ゴ Pro W3"/>
              </a:rPr>
            </a:br>
            <a:r>
              <a:rPr kumimoji="0" lang="es-MX" sz="2300" b="1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y el pulso</a:t>
            </a:r>
            <a:endParaRPr kumimoji="0" lang="en-US" sz="2454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ヒラギノ角ゴ Pro W3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9FE726-5CED-4B42-A92E-54E76CBA7567}"/>
              </a:ext>
            </a:extLst>
          </p:cNvPr>
          <p:cNvSpPr txBox="1">
            <a:spLocks/>
          </p:cNvSpPr>
          <p:nvPr/>
        </p:nvSpPr>
        <p:spPr bwMode="auto">
          <a:xfrm>
            <a:off x="1898171" y="2070361"/>
            <a:ext cx="9973788" cy="420840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00400" tIns="160320" rIns="200400" bIns="8016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Char char="•"/>
              <a:defRPr sz="2454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–"/>
              <a:defRPr sz="2103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•"/>
              <a:defRPr sz="1928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–"/>
              <a:defRPr sz="1753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753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753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753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753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753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MX" sz="25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Verifique en forma rápida la respiración y el pulso</a:t>
            </a:r>
            <a:r>
              <a:rPr kumimoji="0" lang="en-US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MX" sz="21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Visualice el tórax en busca de signos de respiración</a:t>
            </a:r>
            <a:r>
              <a:rPr kumimoji="0" lang="es-ES_tradnl" sz="21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 </a:t>
            </a:r>
            <a:endParaRPr kumimoji="0" lang="en-US" altLang="en-US" sz="2103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ヒラギノ角ゴ Pro W3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MX" sz="21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Palpe el pulso carotideo</a:t>
            </a:r>
            <a:r>
              <a:rPr kumimoji="0" lang="es-ES_tradnl" sz="21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 </a:t>
            </a:r>
            <a:r>
              <a:rPr kumimoji="0" lang="en-US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 </a:t>
            </a:r>
          </a:p>
        </p:txBody>
      </p:sp>
      <p:pic>
        <p:nvPicPr>
          <p:cNvPr id="6" name="Picture 2" descr="\\172.16.33.26\Art\OUTPUT\JB LEARNING\EMT_11E_ITK_PPT WORK\Ch13\9781284080179_CH13_CP05.jpg">
            <a:extLst>
              <a:ext uri="{FF2B5EF4-FFF2-40B4-BE49-F238E27FC236}">
                <a16:creationId xmlns:a16="http://schemas.microsoft.com/office/drawing/2014/main" id="{6E95A804-FD5C-4332-8532-B0D29FE42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L40n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928" y="3537528"/>
            <a:ext cx="3345638" cy="2235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40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5099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1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371600" y="146304"/>
            <a:ext cx="7994904" cy="960120"/>
          </a:xfrm>
          <a:prstGeom prst="rect">
            <a:avLst/>
          </a:prstGeom>
          <a:noFill/>
        </p:spPr>
        <p:txBody>
          <a:bodyPr wrap="square" rtlCol="0" lIns="45720" rIns="45720" tIns="0" bIns="0" anchor="ctr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RCP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C2ED64B-48D0-4EB4-839D-BCD42E8FB5B7}"/>
              </a:ext>
            </a:extLst>
          </p:cNvPr>
          <p:cNvPicPr>
            <a:picLocks noChangeAspect="1"/>
          </p:cNvPicPr>
          <p:nvPr/>
        </p:nvPicPr>
        <p:blipFill>
          <a:blip r:embed="rIdL41n4"/>
          <a:stretch>
            <a:fillRect/>
          </a:stretch>
        </p:blipFill>
        <p:spPr>
          <a:xfrm>
            <a:off x="3205915" y="1325880"/>
            <a:ext cx="5780168" cy="4965192"/>
          </a:xfrm>
          <a:prstGeom prst="rect">
            <a:avLst/>
          </a:prstGeom>
        </p:spPr>
      </p:pic>
      <p:pic>
        <p:nvPicPr>
          <p:cNvPr id="4" name="Logos K-9 ACC" descr="placa-principal.png"/>
          <p:cNvPicPr>
            <a:picLocks noChangeAspect="1"/>
          </p:cNvPicPr>
          <p:nvPr/>
        </p:nvPicPr>
        <p:blipFill>
          <a:blip r:embed="rIdL41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7672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2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371600" y="146304"/>
            <a:ext cx="7994904" cy="960120"/>
          </a:xfrm>
          <a:prstGeom prst="rect">
            <a:avLst/>
          </a:prstGeom>
          <a:noFill/>
        </p:spPr>
        <p:txBody>
          <a:bodyPr wrap="square" rtlCol="0" lIns="45720" rIns="45720" tIns="0" bIns="0" anchor="ctr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RCP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A595B66-C2EF-4EA1-9B2B-F6ED2B51BD92}"/>
              </a:ext>
            </a:extLst>
          </p:cNvPr>
          <p:cNvSpPr txBox="1">
            <a:spLocks/>
          </p:cNvSpPr>
          <p:nvPr/>
        </p:nvSpPr>
        <p:spPr bwMode="auto">
          <a:xfrm>
            <a:off x="2495600" y="1412776"/>
            <a:ext cx="7772400" cy="48006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28600" tIns="182880" rIns="228600" bIns="9144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Char char="•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–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•"/>
              <a:defRPr sz="2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Para que la RCP sea efectiva, el paciente debe estar colocado de manera supina sobre una superficie firme y plana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Debe haber espacio suficiente para que dos rescatistas realicen la RCP</a:t>
            </a:r>
            <a:r>
              <a:rPr kumimoji="0" lang="es-ES_tradnl" sz="2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.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ヒラギノ角ゴ Pro W3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Ruede al paciente a una tabla larga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.</a:t>
            </a:r>
          </a:p>
        </p:txBody>
      </p:sp>
      <p:pic>
        <p:nvPicPr>
          <p:cNvPr id="6" name="Logos K-9 ACC" descr="placa-principal.png"/>
          <p:cNvPicPr>
            <a:picLocks noChangeAspect="1"/>
          </p:cNvPicPr>
          <p:nvPr/>
        </p:nvPicPr>
        <p:blipFill>
          <a:blip r:embed="rIdL42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473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3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371600" y="146304"/>
            <a:ext cx="7994904" cy="960120"/>
          </a:xfrm>
          <a:prstGeom prst="rect">
            <a:avLst/>
          </a:prstGeom>
          <a:noFill/>
        </p:spPr>
        <p:txBody>
          <a:bodyPr wrap="square" rtlCol="0" lIns="45720" rIns="45720" tIns="0" bIns="0" anchor="ctr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RCP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3E9334-A43A-403E-89D9-E1E3ED7983C6}"/>
              </a:ext>
            </a:extLst>
          </p:cNvPr>
          <p:cNvSpPr txBox="1">
            <a:spLocks/>
          </p:cNvSpPr>
          <p:nvPr/>
        </p:nvSpPr>
        <p:spPr bwMode="auto">
          <a:xfrm>
            <a:off x="457200" y="1340768"/>
            <a:ext cx="5562600" cy="495030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28600" tIns="182880" rIns="228600" bIns="9144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Char char="•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–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•"/>
              <a:defRPr sz="2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Proporcione compresiones torácicas externas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MX" sz="1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Aplique presión rítmica y relajación a la mitad inferior del esternón</a:t>
            </a:r>
            <a:r>
              <a:rPr kumimoji="0" lang="es-ES_tradnl" sz="1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 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ヒラギノ角ゴ Pro W3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MX" sz="1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Las compresiones aprietan el corazón, actuando como una bomba para hacer circular la sangre</a:t>
            </a:r>
            <a:r>
              <a:rPr kumimoji="0" lang="es-ES_tradnl" sz="1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 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ヒラギノ角ゴ Pro W3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MX" sz="1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Evite recargarse en el tórax entre las compresiones</a:t>
            </a:r>
            <a:r>
              <a:rPr kumimoji="0" lang="es-ES_tradnl" sz="1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 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ヒラギノ角ゴ Pro W3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MX" sz="1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La colocación apropiada de la mano es crucial</a:t>
            </a:r>
            <a:r>
              <a:rPr kumimoji="0" lang="es-ES_tradnl" sz="1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 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ヒラギノ角ゴ Pro W3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MX" sz="1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Es posible minimizar las lesiones mediante la técnica y la colocación de la mano adecuadas</a:t>
            </a:r>
            <a:r>
              <a:rPr kumimoji="0" lang="es-ES_tradnl" sz="1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 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ヒラギノ角ゴ Pro W3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FontTx/>
              <a:buChar char="–"/>
              <a:tabLst/>
              <a:defRPr/>
            </a:pP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ヒラギノ角ゴ Pro W3"/>
            </a:endParaRPr>
          </a:p>
        </p:txBody>
      </p:sp>
      <p:pic>
        <p:nvPicPr>
          <p:cNvPr id="5" name="Logos K-9 ACC" descr="placa-principal.png"/>
          <p:cNvPicPr>
            <a:picLocks noChangeAspect="1"/>
          </p:cNvPicPr>
          <p:nvPr/>
        </p:nvPicPr>
        <p:blipFill>
          <a:blip r:embed="rIdL43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pic>
        <p:nvPicPr>
          <p:cNvPr id="8" name="banco" descr="2b56484v5f4j4n.jpg"/>
          <p:cNvPicPr>
            <a:picLocks noChangeAspect="1"/>
          </p:cNvPicPr>
          <p:nvPr/>
        </p:nvPicPr>
        <p:blipFill>
          <a:blip r:embed="rIdL43n4"/>
          <a:srcRect l="13168" r="13168"/>
          <a:stretch>
            <a:fillRect/>
          </a:stretch>
        </p:blipFill>
        <p:spPr>
          <a:xfrm>
            <a:off x="6294120" y="1325880"/>
            <a:ext cx="5486400" cy="496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1744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4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371600" y="146304"/>
            <a:ext cx="7994904" cy="960120"/>
          </a:xfrm>
          <a:prstGeom prst="rect">
            <a:avLst/>
          </a:prstGeom>
          <a:noFill/>
        </p:spPr>
        <p:txBody>
          <a:bodyPr wrap="square" rtlCol="0" lIns="45720" rIns="45720" tIns="0" bIns="0" anchor="ctr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RCP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4353897-C84C-4049-9C1A-F17CAFBB083A}"/>
              </a:ext>
            </a:extLst>
          </p:cNvPr>
          <p:cNvPicPr>
            <a:picLocks noChangeAspect="1"/>
          </p:cNvPicPr>
          <p:nvPr/>
        </p:nvPicPr>
        <p:blipFill>
          <a:blip r:embed="rIdL44n2"/>
          <a:stretch>
            <a:fillRect/>
          </a:stretch>
        </p:blipFill>
        <p:spPr>
          <a:xfrm>
            <a:off x="2092169" y="1325880"/>
            <a:ext cx="8007661" cy="4965192"/>
          </a:xfrm>
          <a:prstGeom prst="rect">
            <a:avLst/>
          </a:prstGeom>
        </p:spPr>
      </p:pic>
      <p:pic>
        <p:nvPicPr>
          <p:cNvPr id="4" name="Logos K-9 ACC" descr="placa-principal.png"/>
          <p:cNvPicPr>
            <a:picLocks noChangeAspect="1"/>
          </p:cNvPicPr>
          <p:nvPr/>
        </p:nvPicPr>
        <p:blipFill>
          <a:blip r:embed="rIdL44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815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5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C85A5B8-D237-79F6-634D-BE8A7C2F41C1}"/>
              </a:ext>
            </a:extLst>
          </p:cNvPr>
          <p:cNvPicPr>
            <a:picLocks noChangeAspect="1"/>
          </p:cNvPicPr>
          <p:nvPr/>
        </p:nvPicPr>
        <p:blipFill>
          <a:blip r:embed="rIdL45n4"/>
          <a:stretch>
            <a:fillRect/>
          </a:stretch>
        </p:blipFill>
        <p:spPr>
          <a:xfrm>
            <a:off x="2778814" y="1325880"/>
            <a:ext cx="6634371" cy="4965192"/>
          </a:xfrm>
          <a:prstGeom prst="rect">
            <a:avLst/>
          </a:prstGeom>
        </p:spPr>
      </p:pic>
      <p:pic>
        <p:nvPicPr>
          <p:cNvPr id="5" name="Logos K-9 ACC" descr="placa-principal.png"/>
          <p:cNvPicPr>
            <a:picLocks noChangeAspect="1"/>
          </p:cNvPicPr>
          <p:nvPr/>
        </p:nvPicPr>
        <p:blipFill>
          <a:blip r:embed="rIdL45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228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6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8929E1D-83FA-20A6-65A5-1207F600E5D3}"/>
              </a:ext>
            </a:extLst>
          </p:cNvPr>
          <p:cNvPicPr>
            <a:picLocks noChangeAspect="1"/>
          </p:cNvPicPr>
          <p:nvPr/>
        </p:nvPicPr>
        <p:blipFill rotWithShape="1">
          <a:blip r:embed="rIdL46n4"/>
          <a:srcRect b="33333"/>
          <a:stretch/>
        </p:blipFill>
        <p:spPr>
          <a:xfrm>
            <a:off x="2779776" y="772466"/>
            <a:ext cx="6632448" cy="5066178"/>
          </a:xfrm>
          <a:prstGeom prst="rect">
            <a:avLst/>
          </a:prstGeom>
        </p:spPr>
      </p:pic>
      <p:pic>
        <p:nvPicPr>
          <p:cNvPr id="4" name="Logos K-9 ACC" descr="placa-principal.png"/>
          <p:cNvPicPr>
            <a:picLocks noChangeAspect="1"/>
          </p:cNvPicPr>
          <p:nvPr/>
        </p:nvPicPr>
        <p:blipFill>
          <a:blip r:embed="rIdL46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530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7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371600" y="146304"/>
            <a:ext cx="7994904" cy="960120"/>
          </a:xfrm>
          <a:prstGeom prst="rect">
            <a:avLst/>
          </a:prstGeom>
          <a:noFill/>
        </p:spPr>
        <p:txBody>
          <a:bodyPr wrap="square" rtlCol="0" lIns="45720" rIns="45720" tIns="0" bIns="0" anchor="ctr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RCP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DF20C5-BE61-45A4-9809-C176E9F795CA}"/>
              </a:ext>
            </a:extLst>
          </p:cNvPr>
          <p:cNvSpPr txBox="1">
            <a:spLocks/>
          </p:cNvSpPr>
          <p:nvPr/>
        </p:nvSpPr>
        <p:spPr bwMode="auto">
          <a:xfrm>
            <a:off x="5904493" y="2014065"/>
            <a:ext cx="5921747" cy="434101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01764" tIns="161411" rIns="201764" bIns="80705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Char char="•"/>
              <a:defRPr sz="2471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1pPr>
            <a:lvl2pPr marL="800100" indent="-3429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–"/>
              <a:defRPr sz="2118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2pPr>
            <a:lvl3pPr marL="11430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•"/>
              <a:defRPr sz="1941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3pPr>
            <a:lvl4pPr marL="16002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–"/>
              <a:defRPr sz="1765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4pPr>
            <a:lvl5pPr marL="20574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»"/>
              <a:defRPr sz="1765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5pPr>
            <a:lvl6pPr marL="25146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765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765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765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765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33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Analiza las señales eléctricas del corazón¡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Identifica la fibrilación ventricular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Aplica una descarga al corazón cuando es necesario</a:t>
            </a:r>
          </a:p>
        </p:txBody>
      </p:sp>
      <p:pic>
        <p:nvPicPr>
          <p:cNvPr id="5" name="Picture 2" descr="\\172.16.33.26\Art\OUTPUT\JB LEARNING\EMT_11E_ITK_PPT WORK\Ch16\9781284080179_CH16_FIG10.jpg">
            <a:extLst>
              <a:ext uri="{FF2B5EF4-FFF2-40B4-BE49-F238E27FC236}">
                <a16:creationId xmlns:a16="http://schemas.microsoft.com/office/drawing/2014/main" id="{A1AF0628-AEF6-4D9F-8693-5CFEAD6F0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L47n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255" y="2014066"/>
            <a:ext cx="3484078" cy="298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73A9262-6A01-4D55-825D-FCEB7A6F6CEB}"/>
              </a:ext>
            </a:extLst>
          </p:cNvPr>
          <p:cNvSpPr txBox="1">
            <a:spLocks/>
          </p:cNvSpPr>
          <p:nvPr/>
        </p:nvSpPr>
        <p:spPr bwMode="auto">
          <a:xfrm>
            <a:off x="365760" y="1207008"/>
            <a:ext cx="11460480" cy="807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0705" tIns="40352" rIns="80705" bIns="40352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30" b="1">
                <a:solidFill>
                  <a:srgbClr val="C1500B"/>
                </a:solidFill>
                <a:latin typeface="+mj-lt"/>
                <a:ea typeface="+mj-ea"/>
                <a:cs typeface="ヒラギノ角ゴ Pro W3" charset="0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30" b="1">
                <a:solidFill>
                  <a:srgbClr val="F37021"/>
                </a:solidFill>
                <a:latin typeface="Arial" charset="0"/>
                <a:ea typeface="ヒラギノ角ゴ Pro W3" pitchFamily="1" charset="-128"/>
                <a:cs typeface="ヒラギノ角ゴ Pro W3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30" b="1">
                <a:solidFill>
                  <a:srgbClr val="F37021"/>
                </a:solidFill>
                <a:latin typeface="Arial" charset="0"/>
                <a:ea typeface="ヒラギノ角ゴ Pro W3" pitchFamily="1" charset="-128"/>
                <a:cs typeface="ヒラギノ角ゴ Pro W3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30" b="1">
                <a:solidFill>
                  <a:srgbClr val="F37021"/>
                </a:solidFill>
                <a:latin typeface="Arial" charset="0"/>
                <a:ea typeface="ヒラギノ角ゴ Pro W3" pitchFamily="1" charset="-128"/>
                <a:cs typeface="ヒラギノ角ゴ Pro W3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30" b="1">
                <a:solidFill>
                  <a:srgbClr val="F37021"/>
                </a:solidFill>
                <a:latin typeface="Arial" charset="0"/>
                <a:ea typeface="ヒラギノ角ゴ Pro W3" pitchFamily="1" charset="-128"/>
                <a:cs typeface="ヒラギノ角ゴ Pro W3" charset="0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30" b="1">
                <a:solidFill>
                  <a:srgbClr val="F37021"/>
                </a:solidFill>
                <a:latin typeface="Arial" charset="0"/>
                <a:ea typeface="ヒラギノ角ゴ Pro W3" pitchFamily="1" charset="-128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30" b="1">
                <a:solidFill>
                  <a:srgbClr val="F37021"/>
                </a:solidFill>
                <a:latin typeface="Arial" charset="0"/>
                <a:ea typeface="ヒラギノ角ゴ Pro W3" pitchFamily="1" charset="-128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30" b="1">
                <a:solidFill>
                  <a:srgbClr val="F37021"/>
                </a:solidFill>
                <a:latin typeface="Arial" charset="0"/>
                <a:ea typeface="ヒラギノ角ゴ Pro W3" pitchFamily="1" charset="-128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530" b="1">
                <a:solidFill>
                  <a:srgbClr val="F37021"/>
                </a:solidFill>
                <a:latin typeface="Arial" charset="0"/>
                <a:ea typeface="ヒラギノ角ゴ Pro W3" pitchFamily="1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500" b="1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  <a:cs typeface="+mj-cs"/>
              </a:rPr>
              <a:t>Desfibrilador externo automático</a:t>
            </a:r>
            <a:endParaRPr kumimoji="0" lang="es-ES_tradnl" sz="2471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ヒラギノ角ゴ Pro W3"/>
              <a:cs typeface="+mj-cs"/>
            </a:endParaRPr>
          </a:p>
        </p:txBody>
      </p:sp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47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2507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8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371600" y="146304"/>
            <a:ext cx="7994904" cy="960120"/>
          </a:xfrm>
          <a:prstGeom prst="rect">
            <a:avLst/>
          </a:prstGeom>
          <a:noFill/>
        </p:spPr>
        <p:txBody>
          <a:bodyPr wrap="square" rtlCol="0" lIns="45720" rIns="45720" tIns="0" bIns="0" anchor="ctr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RCP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04B10D-BA5D-478D-8FFB-9260E4303234}"/>
              </a:ext>
            </a:extLst>
          </p:cNvPr>
          <p:cNvSpPr txBox="1">
            <a:spLocks/>
          </p:cNvSpPr>
          <p:nvPr/>
        </p:nvSpPr>
        <p:spPr bwMode="auto">
          <a:xfrm>
            <a:off x="936925" y="1207008"/>
            <a:ext cx="10318148" cy="861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125" tIns="43062" rIns="86125" bIns="43062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67" b="1">
                <a:solidFill>
                  <a:srgbClr val="C1500B"/>
                </a:solidFill>
                <a:latin typeface="+mj-lt"/>
                <a:ea typeface="+mj-ea"/>
                <a:cs typeface="ヒラギノ角ゴ Pro W3" charset="0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67" b="1">
                <a:solidFill>
                  <a:srgbClr val="F37021"/>
                </a:solidFill>
                <a:latin typeface="Arial" charset="0"/>
                <a:ea typeface="ヒラギノ角ゴ Pro W3" pitchFamily="1" charset="-128"/>
                <a:cs typeface="ヒラギノ角ゴ Pro W3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67" b="1">
                <a:solidFill>
                  <a:srgbClr val="F37021"/>
                </a:solidFill>
                <a:latin typeface="Arial" charset="0"/>
                <a:ea typeface="ヒラギノ角ゴ Pro W3" pitchFamily="1" charset="-128"/>
                <a:cs typeface="ヒラギノ角ゴ Pro W3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67" b="1">
                <a:solidFill>
                  <a:srgbClr val="F37021"/>
                </a:solidFill>
                <a:latin typeface="Arial" charset="0"/>
                <a:ea typeface="ヒラギノ角ゴ Pro W3" pitchFamily="1" charset="-128"/>
                <a:cs typeface="ヒラギノ角ゴ Pro W3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67" b="1">
                <a:solidFill>
                  <a:srgbClr val="F37021"/>
                </a:solidFill>
                <a:latin typeface="Arial" charset="0"/>
                <a:ea typeface="ヒラギノ角ゴ Pro W3" pitchFamily="1" charset="-128"/>
                <a:cs typeface="ヒラギノ角ゴ Pro W3" charset="0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67" b="1">
                <a:solidFill>
                  <a:srgbClr val="F37021"/>
                </a:solidFill>
                <a:latin typeface="Arial" charset="0"/>
                <a:ea typeface="ヒラギノ角ゴ Pro W3" pitchFamily="1" charset="-128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67" b="1">
                <a:solidFill>
                  <a:srgbClr val="F37021"/>
                </a:solidFill>
                <a:latin typeface="Arial" charset="0"/>
                <a:ea typeface="ヒラギノ角ゴ Pro W3" pitchFamily="1" charset="-128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67" b="1">
                <a:solidFill>
                  <a:srgbClr val="F37021"/>
                </a:solidFill>
                <a:latin typeface="Arial" charset="0"/>
                <a:ea typeface="ヒラギノ角ゴ Pro W3" pitchFamily="1" charset="-128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67" b="1">
                <a:solidFill>
                  <a:srgbClr val="F37021"/>
                </a:solidFill>
                <a:latin typeface="Arial" charset="0"/>
                <a:ea typeface="ヒラギノ角ゴ Pro W3" pitchFamily="1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800" b="1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  <a:cs typeface="+mj-cs"/>
              </a:rPr>
              <a:t>Desfibrilador externo automático</a:t>
            </a:r>
            <a:endParaRPr kumimoji="0" lang="es-ES_tradnl" sz="2637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ヒラギノ角ゴ Pro W3"/>
              <a:cs typeface="+mj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A9F0A4-47BC-41E3-BB0D-DAA8E9AFE7B4}"/>
              </a:ext>
            </a:extLst>
          </p:cNvPr>
          <p:cNvSpPr txBox="1">
            <a:spLocks/>
          </p:cNvSpPr>
          <p:nvPr/>
        </p:nvSpPr>
        <p:spPr bwMode="auto">
          <a:xfrm>
            <a:off x="4850001" y="1833479"/>
            <a:ext cx="6976239" cy="45216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5314" tIns="172251" rIns="215314" bIns="86125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Char char="•"/>
              <a:defRPr sz="2637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1pPr>
            <a:lvl2pPr marL="800100" indent="-3429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–"/>
              <a:defRPr sz="2260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2pPr>
            <a:lvl3pPr marL="11430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•"/>
              <a:defRPr sz="2072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3pPr>
            <a:lvl4pPr marL="16002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–"/>
              <a:defRPr sz="1883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4pPr>
            <a:lvl5pPr marL="20574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»"/>
              <a:defRPr sz="1883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5pPr>
            <a:lvl6pPr marL="25146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883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883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883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883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Los DEA son relativamente fáciles de usar.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Modelos de DEA: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Requieren un cierta interacción del operador.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El operador debe oprimir un botón para aplicar la descarga.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La mayoría tiene un sintetizador de voz de computadora que avisa qué pasos se deben tomar.</a:t>
            </a:r>
          </a:p>
        </p:txBody>
      </p:sp>
      <p:pic>
        <p:nvPicPr>
          <p:cNvPr id="6" name="Picture 2" descr="\\172.16.33.26\Art\OUTPUT\JB LEARNING\EMT_11E_ITK_PPT WORK\Ch16\9781284080179_CH16_FIG11.jpg">
            <a:extLst>
              <a:ext uri="{FF2B5EF4-FFF2-40B4-BE49-F238E27FC236}">
                <a16:creationId xmlns:a16="http://schemas.microsoft.com/office/drawing/2014/main" id="{DEF00875-5B67-4479-B881-4F0F83AF6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L48n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441" y="2871897"/>
            <a:ext cx="3014400" cy="20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48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706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9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371600" y="146304"/>
            <a:ext cx="7994904" cy="960120"/>
          </a:xfrm>
          <a:prstGeom prst="rect">
            <a:avLst/>
          </a:prstGeom>
          <a:noFill/>
        </p:spPr>
        <p:txBody>
          <a:bodyPr wrap="square" rtlCol="0" lIns="45720" rIns="45720" tIns="0" bIns="0" anchor="ctr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RCP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0DAF3F-FB30-40A7-8CC0-C918C3176798}"/>
              </a:ext>
            </a:extLst>
          </p:cNvPr>
          <p:cNvSpPr txBox="1">
            <a:spLocks/>
          </p:cNvSpPr>
          <p:nvPr/>
        </p:nvSpPr>
        <p:spPr bwMode="auto">
          <a:xfrm>
            <a:off x="1746192" y="1207008"/>
            <a:ext cx="8699615" cy="824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442" tIns="41221" rIns="82442" bIns="41221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6" b="1">
                <a:solidFill>
                  <a:srgbClr val="C1500B"/>
                </a:solidFill>
                <a:latin typeface="+mj-lt"/>
                <a:ea typeface="+mj-ea"/>
                <a:cs typeface="ヒラギノ角ゴ Pro W3" charset="0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6" b="1">
                <a:solidFill>
                  <a:srgbClr val="F37021"/>
                </a:solidFill>
                <a:latin typeface="Arial" charset="0"/>
                <a:ea typeface="ヒラギノ角ゴ Pro W3" pitchFamily="1" charset="-128"/>
                <a:cs typeface="ヒラギノ角ゴ Pro W3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6" b="1">
                <a:solidFill>
                  <a:srgbClr val="F37021"/>
                </a:solidFill>
                <a:latin typeface="Arial" charset="0"/>
                <a:ea typeface="ヒラギノ角ゴ Pro W3" pitchFamily="1" charset="-128"/>
                <a:cs typeface="ヒラギノ角ゴ Pro W3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6" b="1">
                <a:solidFill>
                  <a:srgbClr val="F37021"/>
                </a:solidFill>
                <a:latin typeface="Arial" charset="0"/>
                <a:ea typeface="ヒラギノ角ゴ Pro W3" pitchFamily="1" charset="-128"/>
                <a:cs typeface="ヒラギノ角ゴ Pro W3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6" b="1">
                <a:solidFill>
                  <a:srgbClr val="F37021"/>
                </a:solidFill>
                <a:latin typeface="Arial" charset="0"/>
                <a:ea typeface="ヒラギノ角ゴ Pro W3" pitchFamily="1" charset="-128"/>
                <a:cs typeface="ヒラギノ角ゴ Pro W3" charset="0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6" b="1">
                <a:solidFill>
                  <a:srgbClr val="F37021"/>
                </a:solidFill>
                <a:latin typeface="Arial" charset="0"/>
                <a:ea typeface="ヒラギノ角ゴ Pro W3" pitchFamily="1" charset="-128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6" b="1">
                <a:solidFill>
                  <a:srgbClr val="F37021"/>
                </a:solidFill>
                <a:latin typeface="Arial" charset="0"/>
                <a:ea typeface="ヒラギノ角ゴ Pro W3" pitchFamily="1" charset="-128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6" b="1">
                <a:solidFill>
                  <a:srgbClr val="F37021"/>
                </a:solidFill>
                <a:latin typeface="Arial" charset="0"/>
                <a:ea typeface="ヒラギノ角ゴ Pro W3" pitchFamily="1" charset="-128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6" b="1">
                <a:solidFill>
                  <a:srgbClr val="F37021"/>
                </a:solidFill>
                <a:latin typeface="Arial" charset="0"/>
                <a:ea typeface="ヒラギノ角ゴ Pro W3" pitchFamily="1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600" b="1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  <a:cs typeface="+mj-cs"/>
              </a:rPr>
              <a:t>Desfibrilador externo automático</a:t>
            </a:r>
            <a:endParaRPr kumimoji="0" lang="es-ES_tradnl" sz="2524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ヒラギノ角ゴ Pro W3"/>
              <a:cs typeface="+mj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826213-4E14-467A-83E5-321968177DC6}"/>
              </a:ext>
            </a:extLst>
          </p:cNvPr>
          <p:cNvSpPr txBox="1">
            <a:spLocks/>
          </p:cNvSpPr>
          <p:nvPr/>
        </p:nvSpPr>
        <p:spPr bwMode="auto">
          <a:xfrm>
            <a:off x="365760" y="2026852"/>
            <a:ext cx="11460480" cy="432822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06106" tIns="164884" rIns="206106" bIns="82442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Char char="•"/>
              <a:defRPr sz="2524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1pPr>
            <a:lvl2pPr marL="800100" indent="-3429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–"/>
              <a:defRPr sz="2163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2pPr>
            <a:lvl3pPr marL="11430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•"/>
              <a:defRPr sz="1983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3pPr>
            <a:lvl4pPr marL="16002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–"/>
              <a:defRPr sz="1803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4pPr>
            <a:lvl5pPr marL="20574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»"/>
              <a:defRPr sz="1803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5pPr>
            <a:lvl6pPr marL="25146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803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803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803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803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33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Ventajas del uso del DEA: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Rápida aplicación de descarga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Fácil de operar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Los proveedores de SVA no tienen que estar en la escena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Almohadillas adhesivas remotas de uso seguro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Área más grande de la almohadilla = descargas más eficientes </a:t>
            </a:r>
          </a:p>
        </p:txBody>
      </p:sp>
      <p:pic>
        <p:nvPicPr>
          <p:cNvPr id="6" name="Logos K-9 ACC" descr="placa-principal.png"/>
          <p:cNvPicPr>
            <a:picLocks noChangeAspect="1"/>
          </p:cNvPicPr>
          <p:nvPr/>
        </p:nvPicPr>
        <p:blipFill>
          <a:blip r:embed="rIdL49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9607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0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1371600" y="146304"/>
            <a:ext cx="7994904" cy="960120"/>
          </a:xfrm>
          <a:prstGeom prst="rect">
            <a:avLst/>
          </a:prstGeom>
          <a:noFill/>
        </p:spPr>
        <p:txBody>
          <a:bodyPr wrap="square" rtlCol="0" lIns="45720" rIns="45720" tIns="0" bIns="0" anchor="ctr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RCP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F4830C-43A1-421D-AA33-DA2771FAC34B}"/>
              </a:ext>
            </a:extLst>
          </p:cNvPr>
          <p:cNvSpPr txBox="1">
            <a:spLocks/>
          </p:cNvSpPr>
          <p:nvPr/>
        </p:nvSpPr>
        <p:spPr bwMode="auto">
          <a:xfrm>
            <a:off x="1680425" y="1207008"/>
            <a:ext cx="8831149" cy="849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956" tIns="42478" rIns="84956" bIns="42478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16" b="1">
                <a:solidFill>
                  <a:srgbClr val="C1500B"/>
                </a:solidFill>
                <a:latin typeface="+mj-lt"/>
                <a:ea typeface="+mj-ea"/>
                <a:cs typeface="ヒラギノ角ゴ Pro W3" charset="0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16" b="1">
                <a:solidFill>
                  <a:srgbClr val="F37021"/>
                </a:solidFill>
                <a:latin typeface="Arial" charset="0"/>
                <a:ea typeface="ヒラギノ角ゴ Pro W3" pitchFamily="1" charset="-128"/>
                <a:cs typeface="ヒラギノ角ゴ Pro W3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16" b="1">
                <a:solidFill>
                  <a:srgbClr val="F37021"/>
                </a:solidFill>
                <a:latin typeface="Arial" charset="0"/>
                <a:ea typeface="ヒラギノ角ゴ Pro W3" pitchFamily="1" charset="-128"/>
                <a:cs typeface="ヒラギノ角ゴ Pro W3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16" b="1">
                <a:solidFill>
                  <a:srgbClr val="F37021"/>
                </a:solidFill>
                <a:latin typeface="Arial" charset="0"/>
                <a:ea typeface="ヒラギノ角ゴ Pro W3" pitchFamily="1" charset="-128"/>
                <a:cs typeface="ヒラギノ角ゴ Pro W3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16" b="1">
                <a:solidFill>
                  <a:srgbClr val="F37021"/>
                </a:solidFill>
                <a:latin typeface="Arial" charset="0"/>
                <a:ea typeface="ヒラギノ角ゴ Pro W3" pitchFamily="1" charset="-128"/>
                <a:cs typeface="ヒラギノ角ゴ Pro W3" charset="0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16" b="1">
                <a:solidFill>
                  <a:srgbClr val="F37021"/>
                </a:solidFill>
                <a:latin typeface="Arial" charset="0"/>
                <a:ea typeface="ヒラギノ角ゴ Pro W3" pitchFamily="1" charset="-128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16" b="1">
                <a:solidFill>
                  <a:srgbClr val="F37021"/>
                </a:solidFill>
                <a:latin typeface="Arial" charset="0"/>
                <a:ea typeface="ヒラギノ角ゴ Pro W3" pitchFamily="1" charset="-128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16" b="1">
                <a:solidFill>
                  <a:srgbClr val="F37021"/>
                </a:solidFill>
                <a:latin typeface="Arial" charset="0"/>
                <a:ea typeface="ヒラギノ角ゴ Pro W3" pitchFamily="1" charset="-128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716" b="1">
                <a:solidFill>
                  <a:srgbClr val="F37021"/>
                </a:solidFill>
                <a:latin typeface="Arial" charset="0"/>
                <a:ea typeface="ヒラギノ角ゴ Pro W3" pitchFamily="1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700" b="1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  <a:cs typeface="+mj-cs"/>
              </a:rPr>
              <a:t>Desfibrilador externo automático</a:t>
            </a:r>
            <a:endParaRPr kumimoji="0" lang="es-ES_tradnl" sz="2601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ヒラギノ角ゴ Pro W3"/>
              <a:cs typeface="+mj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482F1DC-A539-46EF-BF8A-EA638338DC8E}"/>
              </a:ext>
            </a:extLst>
          </p:cNvPr>
          <p:cNvSpPr txBox="1">
            <a:spLocks/>
          </p:cNvSpPr>
          <p:nvPr/>
        </p:nvSpPr>
        <p:spPr bwMode="auto">
          <a:xfrm>
            <a:off x="365760" y="1894841"/>
            <a:ext cx="11460480" cy="446023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vert="horz" wrap="square" lIns="212392" tIns="169913" rIns="212392" bIns="84956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Char char="•"/>
              <a:defRPr sz="2601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1pPr>
            <a:lvl2pPr marL="800100" indent="-3429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–"/>
              <a:defRPr sz="2229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2pPr>
            <a:lvl3pPr marL="11430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•"/>
              <a:defRPr sz="2044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3pPr>
            <a:lvl4pPr marL="16002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–"/>
              <a:defRPr sz="1858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4pPr>
            <a:lvl5pPr marL="20574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Char char="»"/>
              <a:defRPr sz="1858">
                <a:solidFill>
                  <a:schemeClr val="bg1"/>
                </a:solidFill>
                <a:latin typeface="+mn-lt"/>
                <a:ea typeface="+mn-ea"/>
                <a:cs typeface="ヒラギノ角ゴ Pro W3" charset="0"/>
              </a:defRPr>
            </a:lvl5pPr>
            <a:lvl6pPr marL="25146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858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858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858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1858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31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Otras consideraciones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Aun cuando se debe analizar a todos los pacientes con paro cardíaco, no todos requieren una descarga eléctrica.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Todos los pacientes con paro cardíaco se deben analizar con un DEA.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Asistolia (línea plana) = sin actividad eléctrica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FFFF"/>
              </a:buClr>
              <a:buSzTx/>
              <a:buNone/>
              <a:tabLst/>
              <a:defRPr/>
            </a:pPr>
            <a:r>
              <a:rPr kumimoji="0" lang="es-ES_tradnl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A7BFEF"/>
                </a:solidFill>
                <a:effectLst/>
                <a:uLnTx/>
                <a:uFillTx/>
                <a:latin typeface="Arial"/>
                <a:ea typeface="ヒラギノ角ゴ Pro W3"/>
              </a:rPr>
              <a:t>La actividad eléctrica sin pulso por lo regular se refiere a un estado de paro cardíaco.</a:t>
            </a:r>
          </a:p>
        </p:txBody>
      </p:sp>
      <p:pic>
        <p:nvPicPr>
          <p:cNvPr id="6" name="Logos K-9 ACC" descr="placa-principal.png"/>
          <p:cNvPicPr>
            <a:picLocks noChangeAspect="1"/>
          </p:cNvPicPr>
          <p:nvPr/>
        </p:nvPicPr>
        <p:blipFill>
          <a:blip r:embed="rIdL50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439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1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CB277B8C-DC85-F43E-1591-CEA73F2D1990}"/>
              </a:ext>
            </a:extLst>
          </p:cNvPr>
          <p:cNvPicPr>
            <a:picLocks noChangeAspect="1"/>
          </p:cNvPicPr>
          <p:nvPr/>
        </p:nvPicPr>
        <p:blipFill rotWithShape="1">
          <a:blip r:embed="rIdL51n4"/>
          <a:srcRect b="6747"/>
          <a:stretch/>
        </p:blipFill>
        <p:spPr>
          <a:xfrm>
            <a:off x="2369294" y="1325880"/>
            <a:ext cx="7453411" cy="4965192"/>
          </a:xfrm>
          <a:prstGeom prst="rect">
            <a:avLst/>
          </a:prstGeom>
        </p:spPr>
      </p:pic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51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8083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2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s K-9 ACC" descr="placa-principal.png"/>
          <p:cNvPicPr>
            <a:picLocks noChangeAspect="1"/>
          </p:cNvPicPr>
          <p:nvPr/>
        </p:nvPicPr>
        <p:blipFill>
          <a:blip r:embed="rIdL52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7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Atención de emergencia para el paro cardíaco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4480560" cy="731520"/>
          </a:xfrm>
          <a:prstGeom prst="roundRect">
            <a:avLst>
              <a:gd name="adj" fmla="val 10000"/>
            </a:avLst>
          </a:prstGeom>
          <a:solidFill>
            <a:srgbClr val="11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estro texto"/>
          <p:cNvSpPr txBox="1"/>
          <p:nvPr/>
        </p:nvSpPr>
        <p:spPr>
          <a:xfrm>
            <a:off x="530352" y="1325880"/>
            <a:ext cx="4151376" cy="6926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Llegar a la escena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Verificar si responde · traer el DEA</a:t>
            </a:r>
          </a:p>
        </p:txBody>
      </p:sp>
      <p:sp>
        <p:nvSpPr>
          <p:cNvPr id="10" name="nuestro caja"/>
          <p:cNvSpPr/>
          <p:nvPr/>
        </p:nvSpPr>
        <p:spPr>
          <a:xfrm>
            <a:off x="2743200" y="1993392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B2545"/>
                </a:solidFill>
                <a:latin typeface="Arial"/>
              </a:rPr>
              <a:t>No hay respuesta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31720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11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uestro texto"/>
          <p:cNvSpPr txBox="1"/>
          <p:nvPr/>
        </p:nvSpPr>
        <p:spPr>
          <a:xfrm>
            <a:off x="530352" y="2423160"/>
            <a:ext cx="41513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Evaluar los ABC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Vía aérea abierta: pulso y respiración a la vez, máximo 10 s</a:t>
            </a:r>
          </a:p>
        </p:txBody>
      </p:sp>
      <p:sp>
        <p:nvSpPr>
          <p:cNvPr id="13" name="nuestro caja"/>
          <p:cNvSpPr/>
          <p:nvPr/>
        </p:nvSpPr>
        <p:spPr>
          <a:xfrm>
            <a:off x="2743200" y="32918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B2545"/>
                </a:solidFill>
                <a:latin typeface="Arial"/>
              </a:rPr>
              <a:t>Respira con pulso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639312"/>
            <a:ext cx="4480560" cy="1417320"/>
          </a:xfrm>
          <a:prstGeom prst="roundRect">
            <a:avLst>
              <a:gd name="adj" fmla="val 10000"/>
            </a:avLst>
          </a:prstGeom>
          <a:solidFill>
            <a:srgbClr val="11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uestro texto"/>
          <p:cNvSpPr txBox="1"/>
          <p:nvPr/>
        </p:nvSpPr>
        <p:spPr>
          <a:xfrm>
            <a:off x="530352" y="3730752"/>
            <a:ext cx="4151376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Respiración adecuada: oxígeno con mascarilla sin reinhalación y posición de recuperación.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Inadecuada: ventilar 1 vez cada 5 a 6 s.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Revisar el pulso.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394960"/>
            <a:ext cx="4480560" cy="822960"/>
          </a:xfrm>
          <a:prstGeom prst="roundRect">
            <a:avLst>
              <a:gd name="adj" fmla="val 10000"/>
            </a:avLst>
          </a:prstGeom>
          <a:solidFill>
            <a:srgbClr val="11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uestro texto"/>
          <p:cNvSpPr txBox="1"/>
          <p:nvPr/>
        </p:nvSpPr>
        <p:spPr>
          <a:xfrm>
            <a:off x="530352" y="5486400"/>
            <a:ext cx="41513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Sostener las ventilaciones.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Revalorar el pulso cada 2 minutos.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234440"/>
            <a:ext cx="5577840" cy="2514600"/>
          </a:xfrm>
          <a:prstGeom prst="roundRect">
            <a:avLst>
              <a:gd name="adj" fmla="val 10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uestro texto"/>
          <p:cNvSpPr txBox="1"/>
          <p:nvPr/>
        </p:nvSpPr>
        <p:spPr>
          <a:xfrm>
            <a:off x="6428232" y="1325880"/>
            <a:ext cx="5248656" cy="2331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Compresiones hasta tener el DEA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100 a 120 por minuto · 30:2 compresión : ventilación (no ventilar antes de las primeras 30).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DEA en cuanto llegue: analizar y descargar.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Tras la descarga: 5 ciclos de RCP (~2 min) y revisar el pulso, máximo 10 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73752" y="2788920"/>
            <a:ext cx="1362456" cy="0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uestro caja"/>
          <p:cNvSpPr/>
          <p:nvPr/>
        </p:nvSpPr>
        <p:spPr>
          <a:xfrm>
            <a:off x="5029200" y="237744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B2545"/>
                </a:solidFill>
                <a:latin typeface="Arial"/>
              </a:rPr>
              <a:t>Sin pulso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52560" y="3767328"/>
            <a:ext cx="0" cy="347472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nuestro caja"/>
          <p:cNvSpPr/>
          <p:nvPr/>
        </p:nvSpPr>
        <p:spPr>
          <a:xfrm>
            <a:off x="9189720" y="3776472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B2545"/>
                </a:solidFill>
                <a:latin typeface="Arial"/>
              </a:rPr>
              <a:t>Sigue sin pulso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133087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uestro texto"/>
          <p:cNvSpPr txBox="1"/>
          <p:nvPr/>
        </p:nvSpPr>
        <p:spPr>
          <a:xfrm>
            <a:off x="6428232" y="4224527"/>
            <a:ext cx="524865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3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Reanalizar y descargar si está indicado; luego 5 ciclos más de RCP (~2 min).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52560" y="5065776"/>
            <a:ext cx="0" cy="347472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nuestro caja"/>
          <p:cNvSpPr/>
          <p:nvPr/>
        </p:nvSpPr>
        <p:spPr>
          <a:xfrm>
            <a:off x="9189720" y="507492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B2545"/>
                </a:solidFill>
                <a:latin typeface="Arial"/>
              </a:rPr>
              <a:t>Reanalizar el ritmo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5431536"/>
            <a:ext cx="2697480" cy="822960"/>
          </a:xfrm>
          <a:prstGeom prst="roundRect">
            <a:avLst>
              <a:gd name="adj" fmla="val 10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uestro texto"/>
          <p:cNvSpPr txBox="1"/>
          <p:nvPr/>
        </p:nvSpPr>
        <p:spPr>
          <a:xfrm>
            <a:off x="6428232" y="5522976"/>
            <a:ext cx="236829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3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Descarga indicada: descargar y repetir.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5431536"/>
            <a:ext cx="2697480" cy="822960"/>
          </a:xfrm>
          <a:prstGeom prst="roundRect">
            <a:avLst>
              <a:gd name="adj" fmla="val 10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nuestro texto"/>
          <p:cNvSpPr txBox="1"/>
          <p:nvPr/>
        </p:nvSpPr>
        <p:spPr>
          <a:xfrm>
            <a:off x="9308592" y="5522976"/>
            <a:ext cx="236829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Descarga no recomendada: reiniciar la RCP.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606040" y="1984248"/>
            <a:ext cx="0" cy="329184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606040" y="3264408"/>
            <a:ext cx="0" cy="356616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606040" y="5074920"/>
            <a:ext cx="0" cy="301752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4873752" y="3429000"/>
            <a:ext cx="1362456" cy="2240280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nuestro caja"/>
          <p:cNvSpPr/>
          <p:nvPr/>
        </p:nvSpPr>
        <p:spPr>
          <a:xfrm>
            <a:off x="5029200" y="434340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B2545"/>
                </a:solidFill>
                <a:latin typeface="Arial"/>
              </a:rPr>
              <a:t>Con pulso</a:t>
            </a:r>
          </a:p>
        </p:txBody>
      </p:sp>
      <p:sp>
        <p:nvSpPr>
          <p:cNvPr id="37" name="nuestro texto"/>
          <p:cNvSpPr txBox="1"/>
          <p:nvPr/>
        </p:nvSpPr>
        <p:spPr>
          <a:xfrm>
            <a:off x="6263640" y="6291072"/>
            <a:ext cx="5577840" cy="287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C9D6EA"/>
                </a:solidFill>
                <a:latin typeface="Arial"/>
              </a:rPr>
              <a:t>Las secuencias adicionales son según el protocolo local.</a:t>
            </a:r>
          </a:p>
        </p:txBody>
      </p:sp>
    </p:spTree>
    <p:extLst>
      <p:ext uri="{BB962C8B-B14F-4D97-AF65-F5344CB8AC3E}">
        <p14:creationId xmlns:p14="http://schemas.microsoft.com/office/powerpoint/2010/main" val="1783695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3n3"/>
          <a:srcRect/>
          <a:stretch>
            <a:fillRect/>
          </a:stretch>
        </a:blipFill>
        <a:effectLst/>
      </p:bgPr>
    </p:bg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345680" y="2313146"/>
            <a:ext cx="4389120" cy="19573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acc.png"/>
          <p:cNvPicPr>
            <a:picLocks noChangeAspect="1"/>
          </p:cNvPicPr>
          <p:nvPr/>
        </p:nvPicPr>
        <p:blipFill>
          <a:blip r:embed="rIdL53n4"/>
          <a:stretch>
            <a:fillRect/>
          </a:stretch>
        </p:blipFill>
        <p:spPr>
          <a:xfrm>
            <a:off x="7711440" y="2678906"/>
            <a:ext cx="3657600" cy="1225867"/>
          </a:xfrm>
          <a:prstGeom prst="rect">
            <a:avLst/>
          </a:prstGeom>
        </p:spPr>
      </p:pic>
      <p:sp>
        <p:nvSpPr>
          <p:cNvPr id="4" name="nuestro texto"/>
          <p:cNvSpPr txBox="1"/>
          <p:nvPr/>
        </p:nvSpPr>
        <p:spPr>
          <a:xfrm>
            <a:off x="731520" y="2057400"/>
            <a:ext cx="62484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rial"/>
              </a:rPr>
              <a:t>¡Gracias!</a:t>
            </a:r>
          </a:p>
        </p:txBody>
      </p:sp>
      <p:sp>
        <p:nvSpPr>
          <p:cNvPr id="5" name="nuestro texto"/>
          <p:cNvSpPr txBox="1"/>
          <p:nvPr/>
        </p:nvSpPr>
        <p:spPr>
          <a:xfrm>
            <a:off x="731520" y="3383280"/>
            <a:ext cx="6248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>
                <a:solidFill>
                  <a:srgbClr val="C9D6EA"/>
                </a:solidFill>
                <a:latin typeface="Arial"/>
              </a:rPr>
              <a:t>Curso de primeros auxilios</a:t>
            </a:r>
          </a:p>
        </p:txBody>
      </p:sp>
      <p:sp>
        <p:nvSpPr>
          <p:cNvPr id="6" name="nuestro texto"/>
          <p:cNvSpPr txBox="1"/>
          <p:nvPr/>
        </p:nvSpPr>
        <p:spPr>
          <a:xfrm>
            <a:off x="731520" y="5065776"/>
            <a:ext cx="2743200" cy="303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B8C7DE"/>
                </a:solidFill>
                <a:latin typeface="Arial"/>
              </a:rPr>
              <a:t>Con el apoyo de</a:t>
            </a:r>
          </a:p>
        </p:txBody>
      </p:sp>
      <p:pic>
        <p:nvPicPr>
          <p:cNvPr id="7" name="Picture 6" descr="placa-patrocinio.png"/>
          <p:cNvPicPr>
            <a:picLocks noChangeAspect="1"/>
          </p:cNvPicPr>
          <p:nvPr/>
        </p:nvPicPr>
        <p:blipFill>
          <a:blip r:embed="rIdL53n5"/>
          <a:stretch>
            <a:fillRect/>
          </a:stretch>
        </p:blipFill>
        <p:spPr>
          <a:xfrm>
            <a:off x="731520" y="5394960"/>
            <a:ext cx="1947672" cy="914400"/>
          </a:xfrm>
          <a:prstGeom prst="rect">
            <a:avLst/>
          </a:prstGeom>
        </p:spPr>
      </p:pic>
      <p:pic>
        <p:nvPicPr>
          <p:cNvPr id="8" name="Picture 7" descr="uniprotec.png"/>
          <p:cNvPicPr>
            <a:picLocks noChangeAspect="1"/>
          </p:cNvPicPr>
          <p:nvPr/>
        </p:nvPicPr>
        <p:blipFill>
          <a:blip r:embed="rIdL53n6"/>
          <a:stretch>
            <a:fillRect/>
          </a:stretch>
        </p:blipFill>
        <p:spPr>
          <a:xfrm>
            <a:off x="2907792" y="5559552"/>
            <a:ext cx="2190179" cy="5852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414</Words>
  <Application>Microsoft Office PowerPoint</Application>
  <PresentationFormat>Panorámica</PresentationFormat>
  <Paragraphs>72</Paragraphs>
  <Slides>54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57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RCP  USO SEGURO DE DEA</dc:title>
  <dc:creator>Tierno</dc:creator>
  <cp:lastModifiedBy>Miguel Angel Guerrero Lescale</cp:lastModifiedBy>
  <cp:revision>54</cp:revision>
  <dcterms:created xsi:type="dcterms:W3CDTF">2015-03-04T21:39:30Z</dcterms:created>
  <dcterms:modified xsi:type="dcterms:W3CDTF">2026-06-18T02:13:31Z</dcterms:modified>
</cp:coreProperties>
</file>