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colors5.xml" ContentType="application/vnd.openxmlformats-officedocument.drawingml.diagramColors+xml"/>
  <Override PartName="/ppt/diagrams/colors6.xml" ContentType="application/vnd.openxmlformats-officedocument.drawingml.diagramColors+xml"/>
  <Override PartName="/ppt/diagrams/colors7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diagrams/data7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drawing5.xml" ContentType="application/vnd.ms-office.drawingml.diagramDrawing+xml"/>
  <Override PartName="/ppt/diagrams/drawing6.xml" ContentType="application/vnd.ms-office.drawingml.diagramDrawing+xml"/>
  <Override PartName="/ppt/diagrams/drawing7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layout6.xml" ContentType="application/vnd.openxmlformats-officedocument.drawingml.diagramLayout+xml"/>
  <Override PartName="/ppt/diagrams/layout7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diagrams/quickStyle5.xml" ContentType="application/vnd.openxmlformats-officedocument.drawingml.diagramStyle+xml"/>
  <Override PartName="/ppt/diagrams/quickStyle6.xml" ContentType="application/vnd.openxmlformats-officedocument.drawingml.diagramStyle+xml"/>
  <Override PartName="/ppt/diagrams/quickStyle7.xml" ContentType="application/vnd.openxmlformats-officedocument.drawingml.diagramStyl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media/audio1.wav" ContentType="audio/x-wav"/>
  <Override PartName="/ppt/media/audio2.wav" ContentType="audio/wav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7"/>
  </p:notesMasterIdLst>
  <p:sldIdLst>
    <p:sldId id="256" r:id="rId2"/>
    <p:sldId id="314" r:id="rId3"/>
    <p:sldId id="271" r:id="rId4"/>
    <p:sldId id="325" r:id="rId5"/>
    <p:sldId id="326" r:id="rId6"/>
    <p:sldId id="272" r:id="rId7"/>
    <p:sldId id="273" r:id="rId8"/>
    <p:sldId id="328" r:id="rId9"/>
    <p:sldId id="274" r:id="rId10"/>
    <p:sldId id="275" r:id="rId11"/>
    <p:sldId id="276" r:id="rId12"/>
    <p:sldId id="277" r:id="rId13"/>
    <p:sldId id="283" r:id="rId14"/>
    <p:sldId id="284" r:id="rId15"/>
    <p:sldId id="285" r:id="rId16"/>
    <p:sldId id="278" r:id="rId17"/>
    <p:sldId id="287" r:id="rId18"/>
    <p:sldId id="329" r:id="rId19"/>
    <p:sldId id="293" r:id="rId20"/>
    <p:sldId id="292" r:id="rId21"/>
    <p:sldId id="291" r:id="rId22"/>
    <p:sldId id="290" r:id="rId23"/>
    <p:sldId id="411" r:id="rId96"/>
    <p:sldId id="338" r:id="rId24"/>
    <p:sldId id="339" r:id="rId25"/>
    <p:sldId id="289" r:id="rId26"/>
    <p:sldId id="342" r:id="rId27"/>
    <p:sldId id="343" r:id="rId28"/>
    <p:sldId id="344" r:id="rId29"/>
    <p:sldId id="345" r:id="rId30"/>
    <p:sldId id="346" r:id="rId31"/>
    <p:sldId id="294" r:id="rId32"/>
    <p:sldId id="295" r:id="rId33"/>
    <p:sldId id="340" r:id="rId34"/>
    <p:sldId id="341" r:id="rId35"/>
    <p:sldId id="351" r:id="rId36"/>
    <p:sldId id="352" r:id="rId37"/>
    <p:sldId id="354" r:id="rId38"/>
    <p:sldId id="355" r:id="rId39"/>
    <p:sldId id="356" r:id="rId40"/>
    <p:sldId id="357" r:id="rId41"/>
    <p:sldId id="299" r:id="rId42"/>
    <p:sldId id="348" r:id="rId43"/>
    <p:sldId id="349" r:id="rId44"/>
    <p:sldId id="358" r:id="rId45"/>
    <p:sldId id="350" r:id="rId46"/>
    <p:sldId id="359" r:id="rId47"/>
    <p:sldId id="360" r:id="rId48"/>
    <p:sldId id="361" r:id="rId49"/>
    <p:sldId id="362" r:id="rId50"/>
    <p:sldId id="296" r:id="rId51"/>
    <p:sldId id="303" r:id="rId52"/>
    <p:sldId id="304" r:id="rId53"/>
    <p:sldId id="365" r:id="rId54"/>
    <p:sldId id="364" r:id="rId55"/>
    <p:sldId id="410" r:id="rId95"/>
    <p:sldId id="366" r:id="rId56"/>
    <p:sldId id="367" r:id="rId57"/>
    <p:sldId id="368" r:id="rId58"/>
    <p:sldId id="369" r:id="rId59"/>
    <p:sldId id="370" r:id="rId60"/>
    <p:sldId id="302" r:id="rId61"/>
    <p:sldId id="301" r:id="rId62"/>
    <p:sldId id="300" r:id="rId63"/>
    <p:sldId id="307" r:id="rId64"/>
    <p:sldId id="306" r:id="rId65"/>
    <p:sldId id="372" r:id="rId66"/>
    <p:sldId id="373" r:id="rId67"/>
    <p:sldId id="374" r:id="rId68"/>
    <p:sldId id="376" r:id="rId69"/>
    <p:sldId id="375" r:id="rId70"/>
    <p:sldId id="394" r:id="rId71"/>
    <p:sldId id="395" r:id="rId72"/>
    <p:sldId id="409" r:id="rId94"/>
    <p:sldId id="396" r:id="rId73"/>
    <p:sldId id="397" r:id="rId74"/>
    <p:sldId id="398" r:id="rId75"/>
    <p:sldId id="399" r:id="rId76"/>
    <p:sldId id="400" r:id="rId77"/>
    <p:sldId id="402" r:id="rId78"/>
    <p:sldId id="403" r:id="rId79"/>
    <p:sldId id="404" r:id="rId80"/>
    <p:sldId id="405" r:id="rId81"/>
    <p:sldId id="406" r:id="rId82"/>
    <p:sldId id="401" r:id="rId83"/>
    <p:sldId id="308" r:id="rId84"/>
    <p:sldId id="408" r:id="rId93"/>
    <p:sldId id="309" r:id="rId85"/>
    <p:sldId id="407" r:id="rId92"/>
    <p:sldId id="267" r:id="rId8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>
      <p:cViewPr varScale="1">
        <p:scale>
          <a:sx n="70" d="100"/>
          <a:sy n="70" d="100"/>
        </p:scale>
        <p:origin x="618" y="60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Relationship Id="rId35" Type="http://schemas.openxmlformats.org/officeDocument/2006/relationships/slide" Target="slides/slide35.xml"/><Relationship Id="rId36" Type="http://schemas.openxmlformats.org/officeDocument/2006/relationships/slide" Target="slides/slide36.xml"/><Relationship Id="rId37" Type="http://schemas.openxmlformats.org/officeDocument/2006/relationships/slide" Target="slides/slide37.xml"/><Relationship Id="rId38" Type="http://schemas.openxmlformats.org/officeDocument/2006/relationships/slide" Target="slides/slide38.xml"/><Relationship Id="rId39" Type="http://schemas.openxmlformats.org/officeDocument/2006/relationships/slide" Target="slides/slide39.xml"/><Relationship Id="rId40" Type="http://schemas.openxmlformats.org/officeDocument/2006/relationships/slide" Target="slides/slide40.xml"/><Relationship Id="rId41" Type="http://schemas.openxmlformats.org/officeDocument/2006/relationships/slide" Target="slides/slide41.xml"/><Relationship Id="rId42" Type="http://schemas.openxmlformats.org/officeDocument/2006/relationships/slide" Target="slides/slide42.xml"/><Relationship Id="rId43" Type="http://schemas.openxmlformats.org/officeDocument/2006/relationships/slide" Target="slides/slide43.xml"/><Relationship Id="rId44" Type="http://schemas.openxmlformats.org/officeDocument/2006/relationships/slide" Target="slides/slide44.xml"/><Relationship Id="rId45" Type="http://schemas.openxmlformats.org/officeDocument/2006/relationships/slide" Target="slides/slide45.xml"/><Relationship Id="rId46" Type="http://schemas.openxmlformats.org/officeDocument/2006/relationships/slide" Target="slides/slide46.xml"/><Relationship Id="rId47" Type="http://schemas.openxmlformats.org/officeDocument/2006/relationships/slide" Target="slides/slide47.xml"/><Relationship Id="rId48" Type="http://schemas.openxmlformats.org/officeDocument/2006/relationships/slide" Target="slides/slide48.xml"/><Relationship Id="rId49" Type="http://schemas.openxmlformats.org/officeDocument/2006/relationships/slide" Target="slides/slide49.xml"/><Relationship Id="rId50" Type="http://schemas.openxmlformats.org/officeDocument/2006/relationships/slide" Target="slides/slide50.xml"/><Relationship Id="rId51" Type="http://schemas.openxmlformats.org/officeDocument/2006/relationships/slide" Target="slides/slide51.xml"/><Relationship Id="rId52" Type="http://schemas.openxmlformats.org/officeDocument/2006/relationships/slide" Target="slides/slide52.xml"/><Relationship Id="rId53" Type="http://schemas.openxmlformats.org/officeDocument/2006/relationships/slide" Target="slides/slide53.xml"/><Relationship Id="rId54" Type="http://schemas.openxmlformats.org/officeDocument/2006/relationships/slide" Target="slides/slide54.xml"/><Relationship Id="rId55" Type="http://schemas.openxmlformats.org/officeDocument/2006/relationships/slide" Target="slides/slide55.xml"/><Relationship Id="rId56" Type="http://schemas.openxmlformats.org/officeDocument/2006/relationships/slide" Target="slides/slide57.xml"/><Relationship Id="rId57" Type="http://schemas.openxmlformats.org/officeDocument/2006/relationships/slide" Target="slides/slide58.xml"/><Relationship Id="rId58" Type="http://schemas.openxmlformats.org/officeDocument/2006/relationships/slide" Target="slides/slide59.xml"/><Relationship Id="rId59" Type="http://schemas.openxmlformats.org/officeDocument/2006/relationships/slide" Target="slides/slide60.xml"/><Relationship Id="rId60" Type="http://schemas.openxmlformats.org/officeDocument/2006/relationships/slide" Target="slides/slide61.xml"/><Relationship Id="rId61" Type="http://schemas.openxmlformats.org/officeDocument/2006/relationships/slide" Target="slides/slide62.xml"/><Relationship Id="rId62" Type="http://schemas.openxmlformats.org/officeDocument/2006/relationships/slide" Target="slides/slide63.xml"/><Relationship Id="rId63" Type="http://schemas.openxmlformats.org/officeDocument/2006/relationships/slide" Target="slides/slide64.xml"/><Relationship Id="rId64" Type="http://schemas.openxmlformats.org/officeDocument/2006/relationships/slide" Target="slides/slide65.xml"/><Relationship Id="rId65" Type="http://schemas.openxmlformats.org/officeDocument/2006/relationships/slide" Target="slides/slide66.xml"/><Relationship Id="rId66" Type="http://schemas.openxmlformats.org/officeDocument/2006/relationships/slide" Target="slides/slide67.xml"/><Relationship Id="rId67" Type="http://schemas.openxmlformats.org/officeDocument/2006/relationships/slide" Target="slides/slide68.xml"/><Relationship Id="rId68" Type="http://schemas.openxmlformats.org/officeDocument/2006/relationships/slide" Target="slides/slide69.xml"/><Relationship Id="rId69" Type="http://schemas.openxmlformats.org/officeDocument/2006/relationships/slide" Target="slides/slide70.xml"/><Relationship Id="rId70" Type="http://schemas.openxmlformats.org/officeDocument/2006/relationships/slide" Target="slides/slide71.xml"/><Relationship Id="rId71" Type="http://schemas.openxmlformats.org/officeDocument/2006/relationships/slide" Target="slides/slide72.xml"/><Relationship Id="rId72" Type="http://schemas.openxmlformats.org/officeDocument/2006/relationships/slide" Target="slides/slide73.xml"/><Relationship Id="rId73" Type="http://schemas.openxmlformats.org/officeDocument/2006/relationships/slide" Target="slides/slide75.xml"/><Relationship Id="rId74" Type="http://schemas.openxmlformats.org/officeDocument/2006/relationships/slide" Target="slides/slide76.xml"/><Relationship Id="rId75" Type="http://schemas.openxmlformats.org/officeDocument/2006/relationships/slide" Target="slides/slide77.xml"/><Relationship Id="rId76" Type="http://schemas.openxmlformats.org/officeDocument/2006/relationships/slide" Target="slides/slide78.xml"/><Relationship Id="rId77" Type="http://schemas.openxmlformats.org/officeDocument/2006/relationships/slide" Target="slides/slide79.xml"/><Relationship Id="rId78" Type="http://schemas.openxmlformats.org/officeDocument/2006/relationships/slide" Target="slides/slide80.xml"/><Relationship Id="rId79" Type="http://schemas.openxmlformats.org/officeDocument/2006/relationships/slide" Target="slides/slide81.xml"/><Relationship Id="rId80" Type="http://schemas.openxmlformats.org/officeDocument/2006/relationships/slide" Target="slides/slide82.xml"/><Relationship Id="rId81" Type="http://schemas.openxmlformats.org/officeDocument/2006/relationships/slide" Target="slides/slide83.xml"/><Relationship Id="rId82" Type="http://schemas.openxmlformats.org/officeDocument/2006/relationships/slide" Target="slides/slide84.xml"/><Relationship Id="rId83" Type="http://schemas.openxmlformats.org/officeDocument/2006/relationships/slide" Target="slides/slide85.xml"/><Relationship Id="rId84" Type="http://schemas.openxmlformats.org/officeDocument/2006/relationships/slide" Target="slides/slide86.xml"/><Relationship Id="rId85" Type="http://schemas.openxmlformats.org/officeDocument/2006/relationships/slide" Target="slides/slide88.xml"/><Relationship Id="rId86" Type="http://schemas.openxmlformats.org/officeDocument/2006/relationships/slide" Target="slides/slide90.xml"/><Relationship Id="rId87" Type="http://schemas.openxmlformats.org/officeDocument/2006/relationships/notesMaster" Target="notesMasters/notesMaster1.xml"/><Relationship Id="rId88" Type="http://schemas.openxmlformats.org/officeDocument/2006/relationships/presProps" Target="presProps.xml"/><Relationship Id="rId89" Type="http://schemas.openxmlformats.org/officeDocument/2006/relationships/viewProps" Target="viewProps.xml"/><Relationship Id="rId90" Type="http://schemas.openxmlformats.org/officeDocument/2006/relationships/theme" Target="theme/theme1.xml"/><Relationship Id="rId91" Type="http://schemas.openxmlformats.org/officeDocument/2006/relationships/tableStyles" Target="tableStyles.xml"/><Relationship Id="rId92" Type="http://schemas.openxmlformats.org/officeDocument/2006/relationships/slide" Target="slides/slide89.xml"/><Relationship Id="rId93" Type="http://schemas.openxmlformats.org/officeDocument/2006/relationships/slide" Target="slides/slide87.xml"/><Relationship Id="rId94" Type="http://schemas.openxmlformats.org/officeDocument/2006/relationships/slide" Target="slides/slide74.xml"/><Relationship Id="rId95" Type="http://schemas.openxmlformats.org/officeDocument/2006/relationships/slide" Target="slides/slide56.xml"/><Relationship Id="rId96" Type="http://schemas.openxmlformats.org/officeDocument/2006/relationships/slide" Target="slides/slide23.xml"/></Relationships>
</file>

<file path=ppt/diagrams/_rels/data1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diagrams/_rels/data4.xml.rels><?xml version='1.0' encoding='UTF-8' standalone='yes'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</file>

<file path=ppt/diagrams/_rels/drawing1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diagrams/_rels/drawing4.xml.rels><?xml version='1.0' encoding='UTF-8' standalone='yes'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#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#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#7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CD7DCB-E5D1-4888-B270-7EF0CB06F858}" type="doc">
      <dgm:prSet loTypeId="urn:microsoft.com/office/officeart/2005/8/layout/pList1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s-MX"/>
        </a:p>
      </dgm:t>
    </dgm:pt>
    <dgm:pt modelId="{A14D8E06-0F30-49DE-9C69-B27BAF8CACDC}">
      <dgm:prSet phldrT="[Texto]"/>
      <dgm:spPr/>
      <dgm:t>
        <a:bodyPr/>
        <a:lstStyle/>
        <a:p>
          <a:r>
            <a:rPr lang="es-MX" dirty="0"/>
            <a:t>Tos fuerte</a:t>
          </a:r>
        </a:p>
      </dgm:t>
    </dgm:pt>
    <dgm:pt modelId="{D3089216-4EF2-425B-9CE7-0D577513ABB3}" type="parTrans" cxnId="{08579D67-FA7E-400D-88E6-607BDAE50E1D}">
      <dgm:prSet/>
      <dgm:spPr/>
      <dgm:t>
        <a:bodyPr/>
        <a:lstStyle/>
        <a:p>
          <a:endParaRPr lang="es-MX"/>
        </a:p>
      </dgm:t>
    </dgm:pt>
    <dgm:pt modelId="{8D62C053-A076-458B-A1AB-2E879724A447}" type="sibTrans" cxnId="{08579D67-FA7E-400D-88E6-607BDAE50E1D}">
      <dgm:prSet/>
      <dgm:spPr/>
      <dgm:t>
        <a:bodyPr/>
        <a:lstStyle/>
        <a:p>
          <a:endParaRPr lang="es-MX"/>
        </a:p>
      </dgm:t>
    </dgm:pt>
    <dgm:pt modelId="{34853214-5551-4D2D-A08D-B9E51FFA8DE0}">
      <dgm:prSet phldrT="[Texto]"/>
      <dgm:spPr/>
      <dgm:t>
        <a:bodyPr/>
        <a:lstStyle/>
        <a:p>
          <a:r>
            <a:rPr lang="es-MX" dirty="0"/>
            <a:t>Su voz se escucha aun que tosa.</a:t>
          </a:r>
        </a:p>
      </dgm:t>
    </dgm:pt>
    <dgm:pt modelId="{CFE95B6E-EAC9-4F2E-AF90-36EB417AAA07}" type="parTrans" cxnId="{2E5F2058-A66E-476D-B9EA-B0B0BE50C6FD}">
      <dgm:prSet/>
      <dgm:spPr/>
      <dgm:t>
        <a:bodyPr/>
        <a:lstStyle/>
        <a:p>
          <a:endParaRPr lang="es-MX"/>
        </a:p>
      </dgm:t>
    </dgm:pt>
    <dgm:pt modelId="{361BDAC8-D8D3-446B-BBE5-DEE5CB78DBF9}" type="sibTrans" cxnId="{2E5F2058-A66E-476D-B9EA-B0B0BE50C6FD}">
      <dgm:prSet/>
      <dgm:spPr/>
      <dgm:t>
        <a:bodyPr/>
        <a:lstStyle/>
        <a:p>
          <a:endParaRPr lang="es-MX"/>
        </a:p>
      </dgm:t>
    </dgm:pt>
    <dgm:pt modelId="{17ADD25B-4446-4D33-8137-58C91BDF7FFC}">
      <dgm:prSet phldrT="[Texto]"/>
      <dgm:spPr/>
      <dgm:t>
        <a:bodyPr/>
        <a:lstStyle/>
        <a:p>
          <a:r>
            <a:rPr lang="es-MX" dirty="0"/>
            <a:t>La persona es capaz de inhalar y exhalar.</a:t>
          </a:r>
        </a:p>
      </dgm:t>
    </dgm:pt>
    <dgm:pt modelId="{55CB02C5-8AD8-4AFE-AB60-1C4BB6ED684B}" type="parTrans" cxnId="{116FFC57-73E4-46CF-B4BF-3DB190BB00C0}">
      <dgm:prSet/>
      <dgm:spPr/>
      <dgm:t>
        <a:bodyPr/>
        <a:lstStyle/>
        <a:p>
          <a:endParaRPr lang="es-MX"/>
        </a:p>
      </dgm:t>
    </dgm:pt>
    <dgm:pt modelId="{131059B0-E4F7-4767-8CA5-2A0D523FD580}" type="sibTrans" cxnId="{116FFC57-73E4-46CF-B4BF-3DB190BB00C0}">
      <dgm:prSet/>
      <dgm:spPr/>
      <dgm:t>
        <a:bodyPr/>
        <a:lstStyle/>
        <a:p>
          <a:endParaRPr lang="es-MX"/>
        </a:p>
      </dgm:t>
    </dgm:pt>
    <dgm:pt modelId="{CE1F0555-0D11-43E1-9D6E-FF958A670815}">
      <dgm:prSet phldrT="[Texto]"/>
      <dgm:spPr/>
      <dgm:t>
        <a:bodyPr/>
        <a:lstStyle/>
        <a:p>
          <a:r>
            <a:rPr lang="es-MX" dirty="0"/>
            <a:t>En este caso el paciente solo debe expulsar el objeto que le obstruye.</a:t>
          </a:r>
        </a:p>
      </dgm:t>
    </dgm:pt>
    <dgm:pt modelId="{28D377A4-7823-4852-8D94-093F910D1590}" type="parTrans" cxnId="{F6FC6A39-48E7-4F0A-8D29-C3E1F1825D0D}">
      <dgm:prSet/>
      <dgm:spPr/>
      <dgm:t>
        <a:bodyPr/>
        <a:lstStyle/>
        <a:p>
          <a:endParaRPr lang="es-MX"/>
        </a:p>
      </dgm:t>
    </dgm:pt>
    <dgm:pt modelId="{B98E9D4A-E0AF-44F0-9A1E-5BE1BD94C49B}" type="sibTrans" cxnId="{F6FC6A39-48E7-4F0A-8D29-C3E1F1825D0D}">
      <dgm:prSet/>
      <dgm:spPr/>
      <dgm:t>
        <a:bodyPr/>
        <a:lstStyle/>
        <a:p>
          <a:endParaRPr lang="es-MX"/>
        </a:p>
      </dgm:t>
    </dgm:pt>
    <dgm:pt modelId="{D47D0486-FBCD-493B-98AC-2072282074CE}" type="pres">
      <dgm:prSet presAssocID="{75CD7DCB-E5D1-4888-B270-7EF0CB06F858}" presName="Name0" presStyleCnt="0">
        <dgm:presLayoutVars>
          <dgm:dir/>
          <dgm:resizeHandles val="exact"/>
        </dgm:presLayoutVars>
      </dgm:prSet>
      <dgm:spPr/>
    </dgm:pt>
    <dgm:pt modelId="{AED80B0C-317E-41F5-989B-22B0D7FD70D8}" type="pres">
      <dgm:prSet presAssocID="{A14D8E06-0F30-49DE-9C69-B27BAF8CACDC}" presName="compNode" presStyleCnt="0"/>
      <dgm:spPr/>
    </dgm:pt>
    <dgm:pt modelId="{21164E24-0E7B-4860-9A79-90D93D44F43D}" type="pres">
      <dgm:prSet presAssocID="{A14D8E06-0F30-49DE-9C69-B27BAF8CACDC}" presName="pictRect" presStyleLbl="node1" presStyleIdx="0" presStyleCnt="4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</dgm:pt>
    <dgm:pt modelId="{EAA1868F-8373-4F4E-947E-015F2BAF0E0E}" type="pres">
      <dgm:prSet presAssocID="{A14D8E06-0F30-49DE-9C69-B27BAF8CACDC}" presName="textRect" presStyleLbl="revTx" presStyleIdx="0" presStyleCnt="4">
        <dgm:presLayoutVars>
          <dgm:bulletEnabled val="1"/>
        </dgm:presLayoutVars>
      </dgm:prSet>
      <dgm:spPr/>
    </dgm:pt>
    <dgm:pt modelId="{7BBC1013-1081-4348-9847-AB4C04F90A15}" type="pres">
      <dgm:prSet presAssocID="{8D62C053-A076-458B-A1AB-2E879724A447}" presName="sibTrans" presStyleLbl="sibTrans2D1" presStyleIdx="0" presStyleCnt="0"/>
      <dgm:spPr/>
    </dgm:pt>
    <dgm:pt modelId="{3D1FE873-1C6D-42D5-8A9A-11B2CB59E73F}" type="pres">
      <dgm:prSet presAssocID="{34853214-5551-4D2D-A08D-B9E51FFA8DE0}" presName="compNode" presStyleCnt="0"/>
      <dgm:spPr/>
    </dgm:pt>
    <dgm:pt modelId="{A7F8EE07-5750-4C46-892D-E574FC1D069E}" type="pres">
      <dgm:prSet presAssocID="{34853214-5551-4D2D-A08D-B9E51FFA8DE0}" presName="pictRect" presStyleLbl="node1" presStyleIdx="1" presStyleCnt="4"/>
      <dgm:spPr>
        <a:blipFill rotWithShape="1">
          <a:blip xmlns:r="http://schemas.openxmlformats.org/officeDocument/2006/relationships" r:embed="rId2"/>
          <a:stretch>
            <a:fillRect/>
          </a:stretch>
        </a:blipFill>
      </dgm:spPr>
    </dgm:pt>
    <dgm:pt modelId="{68C2BBF1-C960-4172-A8C9-B0B52C0A6B6C}" type="pres">
      <dgm:prSet presAssocID="{34853214-5551-4D2D-A08D-B9E51FFA8DE0}" presName="textRect" presStyleLbl="revTx" presStyleIdx="1" presStyleCnt="4">
        <dgm:presLayoutVars>
          <dgm:bulletEnabled val="1"/>
        </dgm:presLayoutVars>
      </dgm:prSet>
      <dgm:spPr/>
    </dgm:pt>
    <dgm:pt modelId="{C89A075C-87F1-4A22-9290-968E4724A45F}" type="pres">
      <dgm:prSet presAssocID="{361BDAC8-D8D3-446B-BBE5-DEE5CB78DBF9}" presName="sibTrans" presStyleLbl="sibTrans2D1" presStyleIdx="0" presStyleCnt="0"/>
      <dgm:spPr/>
    </dgm:pt>
    <dgm:pt modelId="{9EA75610-FA4C-4D7A-A5A7-F04890D0C71C}" type="pres">
      <dgm:prSet presAssocID="{17ADD25B-4446-4D33-8137-58C91BDF7FFC}" presName="compNode" presStyleCnt="0"/>
      <dgm:spPr/>
    </dgm:pt>
    <dgm:pt modelId="{612B8763-B0F2-4298-A271-B9638F5DF23D}" type="pres">
      <dgm:prSet presAssocID="{17ADD25B-4446-4D33-8137-58C91BDF7FFC}" presName="pictRect" presStyleLbl="node1" presStyleIdx="2" presStyleCnt="4"/>
      <dgm:spPr>
        <a:blipFill rotWithShape="1">
          <a:blip xmlns:r="http://schemas.openxmlformats.org/officeDocument/2006/relationships" r:embed="rId3"/>
          <a:stretch>
            <a:fillRect/>
          </a:stretch>
        </a:blipFill>
      </dgm:spPr>
    </dgm:pt>
    <dgm:pt modelId="{5AAECD37-0327-456D-951E-F5538C02C0DD}" type="pres">
      <dgm:prSet presAssocID="{17ADD25B-4446-4D33-8137-58C91BDF7FFC}" presName="textRect" presStyleLbl="revTx" presStyleIdx="2" presStyleCnt="4">
        <dgm:presLayoutVars>
          <dgm:bulletEnabled val="1"/>
        </dgm:presLayoutVars>
      </dgm:prSet>
      <dgm:spPr/>
    </dgm:pt>
    <dgm:pt modelId="{48767C05-7773-4516-AE69-197ECCD28315}" type="pres">
      <dgm:prSet presAssocID="{131059B0-E4F7-4767-8CA5-2A0D523FD580}" presName="sibTrans" presStyleLbl="sibTrans2D1" presStyleIdx="0" presStyleCnt="0"/>
      <dgm:spPr/>
    </dgm:pt>
    <dgm:pt modelId="{7B9153DB-472D-4826-BE5C-7DA90E2F8B74}" type="pres">
      <dgm:prSet presAssocID="{CE1F0555-0D11-43E1-9D6E-FF958A670815}" presName="compNode" presStyleCnt="0"/>
      <dgm:spPr/>
    </dgm:pt>
    <dgm:pt modelId="{E3F38079-1543-47E4-A0A5-CCB0550749E5}" type="pres">
      <dgm:prSet presAssocID="{CE1F0555-0D11-43E1-9D6E-FF958A670815}" presName="pictRect" presStyleLbl="node1" presStyleIdx="3" presStyleCnt="4"/>
      <dgm:spPr>
        <a:blipFill rotWithShape="1">
          <a:blip xmlns:r="http://schemas.openxmlformats.org/officeDocument/2006/relationships" r:embed="rId4"/>
          <a:stretch>
            <a:fillRect/>
          </a:stretch>
        </a:blipFill>
      </dgm:spPr>
    </dgm:pt>
    <dgm:pt modelId="{8427C4CD-27E0-4664-BB5D-2946C906FEB4}" type="pres">
      <dgm:prSet presAssocID="{CE1F0555-0D11-43E1-9D6E-FF958A670815}" presName="textRect" presStyleLbl="revTx" presStyleIdx="3" presStyleCnt="4">
        <dgm:presLayoutVars>
          <dgm:bulletEnabled val="1"/>
        </dgm:presLayoutVars>
      </dgm:prSet>
      <dgm:spPr/>
    </dgm:pt>
  </dgm:ptLst>
  <dgm:cxnLst>
    <dgm:cxn modelId="{BBFF210B-FEFC-4CFF-993F-25D5757E18B5}" type="presOf" srcId="{75CD7DCB-E5D1-4888-B270-7EF0CB06F858}" destId="{D47D0486-FBCD-493B-98AC-2072282074CE}" srcOrd="0" destOrd="0" presId="urn:microsoft.com/office/officeart/2005/8/layout/pList1"/>
    <dgm:cxn modelId="{A0314B0D-5B35-421D-8D49-7D3E0FCC3B89}" type="presOf" srcId="{34853214-5551-4D2D-A08D-B9E51FFA8DE0}" destId="{68C2BBF1-C960-4172-A8C9-B0B52C0A6B6C}" srcOrd="0" destOrd="0" presId="urn:microsoft.com/office/officeart/2005/8/layout/pList1"/>
    <dgm:cxn modelId="{5B52711B-0465-4A3A-86F3-04E0DBC15ED9}" type="presOf" srcId="{17ADD25B-4446-4D33-8137-58C91BDF7FFC}" destId="{5AAECD37-0327-456D-951E-F5538C02C0DD}" srcOrd="0" destOrd="0" presId="urn:microsoft.com/office/officeart/2005/8/layout/pList1"/>
    <dgm:cxn modelId="{F6FC6A39-48E7-4F0A-8D29-C3E1F1825D0D}" srcId="{75CD7DCB-E5D1-4888-B270-7EF0CB06F858}" destId="{CE1F0555-0D11-43E1-9D6E-FF958A670815}" srcOrd="3" destOrd="0" parTransId="{28D377A4-7823-4852-8D94-093F910D1590}" sibTransId="{B98E9D4A-E0AF-44F0-9A1E-5BE1BD94C49B}"/>
    <dgm:cxn modelId="{08579D67-FA7E-400D-88E6-607BDAE50E1D}" srcId="{75CD7DCB-E5D1-4888-B270-7EF0CB06F858}" destId="{A14D8E06-0F30-49DE-9C69-B27BAF8CACDC}" srcOrd="0" destOrd="0" parTransId="{D3089216-4EF2-425B-9CE7-0D577513ABB3}" sibTransId="{8D62C053-A076-458B-A1AB-2E879724A447}"/>
    <dgm:cxn modelId="{116FFC57-73E4-46CF-B4BF-3DB190BB00C0}" srcId="{75CD7DCB-E5D1-4888-B270-7EF0CB06F858}" destId="{17ADD25B-4446-4D33-8137-58C91BDF7FFC}" srcOrd="2" destOrd="0" parTransId="{55CB02C5-8AD8-4AFE-AB60-1C4BB6ED684B}" sibTransId="{131059B0-E4F7-4767-8CA5-2A0D523FD580}"/>
    <dgm:cxn modelId="{2E5F2058-A66E-476D-B9EA-B0B0BE50C6FD}" srcId="{75CD7DCB-E5D1-4888-B270-7EF0CB06F858}" destId="{34853214-5551-4D2D-A08D-B9E51FFA8DE0}" srcOrd="1" destOrd="0" parTransId="{CFE95B6E-EAC9-4F2E-AF90-36EB417AAA07}" sibTransId="{361BDAC8-D8D3-446B-BBE5-DEE5CB78DBF9}"/>
    <dgm:cxn modelId="{A482438F-D4E2-49D9-978E-91512FD0408D}" type="presOf" srcId="{131059B0-E4F7-4767-8CA5-2A0D523FD580}" destId="{48767C05-7773-4516-AE69-197ECCD28315}" srcOrd="0" destOrd="0" presId="urn:microsoft.com/office/officeart/2005/8/layout/pList1"/>
    <dgm:cxn modelId="{410F37B2-028C-4038-8894-314C43413960}" type="presOf" srcId="{CE1F0555-0D11-43E1-9D6E-FF958A670815}" destId="{8427C4CD-27E0-4664-BB5D-2946C906FEB4}" srcOrd="0" destOrd="0" presId="urn:microsoft.com/office/officeart/2005/8/layout/pList1"/>
    <dgm:cxn modelId="{456E93EE-CE04-44FD-90C3-D649A8E6ABD5}" type="presOf" srcId="{A14D8E06-0F30-49DE-9C69-B27BAF8CACDC}" destId="{EAA1868F-8373-4F4E-947E-015F2BAF0E0E}" srcOrd="0" destOrd="0" presId="urn:microsoft.com/office/officeart/2005/8/layout/pList1"/>
    <dgm:cxn modelId="{ED6C5FF3-F5EF-46F2-883E-33BE066A6156}" type="presOf" srcId="{361BDAC8-D8D3-446B-BBE5-DEE5CB78DBF9}" destId="{C89A075C-87F1-4A22-9290-968E4724A45F}" srcOrd="0" destOrd="0" presId="urn:microsoft.com/office/officeart/2005/8/layout/pList1"/>
    <dgm:cxn modelId="{5D768EFB-D16D-4F4B-B49D-F46EC04C2053}" type="presOf" srcId="{8D62C053-A076-458B-A1AB-2E879724A447}" destId="{7BBC1013-1081-4348-9847-AB4C04F90A15}" srcOrd="0" destOrd="0" presId="urn:microsoft.com/office/officeart/2005/8/layout/pList1"/>
    <dgm:cxn modelId="{848FCEDC-D56F-47C6-9946-034007E6DAD8}" type="presParOf" srcId="{D47D0486-FBCD-493B-98AC-2072282074CE}" destId="{AED80B0C-317E-41F5-989B-22B0D7FD70D8}" srcOrd="0" destOrd="0" presId="urn:microsoft.com/office/officeart/2005/8/layout/pList1"/>
    <dgm:cxn modelId="{66E88CC1-824F-48FD-9BBF-FEF45FF1E18B}" type="presParOf" srcId="{AED80B0C-317E-41F5-989B-22B0D7FD70D8}" destId="{21164E24-0E7B-4860-9A79-90D93D44F43D}" srcOrd="0" destOrd="0" presId="urn:microsoft.com/office/officeart/2005/8/layout/pList1"/>
    <dgm:cxn modelId="{906E1CF6-693E-46D5-ACBB-E2DE0638ECE2}" type="presParOf" srcId="{AED80B0C-317E-41F5-989B-22B0D7FD70D8}" destId="{EAA1868F-8373-4F4E-947E-015F2BAF0E0E}" srcOrd="1" destOrd="0" presId="urn:microsoft.com/office/officeart/2005/8/layout/pList1"/>
    <dgm:cxn modelId="{318459D9-0AF8-45F8-98B2-BB6ED2FF771A}" type="presParOf" srcId="{D47D0486-FBCD-493B-98AC-2072282074CE}" destId="{7BBC1013-1081-4348-9847-AB4C04F90A15}" srcOrd="1" destOrd="0" presId="urn:microsoft.com/office/officeart/2005/8/layout/pList1"/>
    <dgm:cxn modelId="{491BFEA2-D65D-4803-8B8C-D55D4F96D7B3}" type="presParOf" srcId="{D47D0486-FBCD-493B-98AC-2072282074CE}" destId="{3D1FE873-1C6D-42D5-8A9A-11B2CB59E73F}" srcOrd="2" destOrd="0" presId="urn:microsoft.com/office/officeart/2005/8/layout/pList1"/>
    <dgm:cxn modelId="{7BAD0F37-BA77-495A-BBE2-576D52E5A1B8}" type="presParOf" srcId="{3D1FE873-1C6D-42D5-8A9A-11B2CB59E73F}" destId="{A7F8EE07-5750-4C46-892D-E574FC1D069E}" srcOrd="0" destOrd="0" presId="urn:microsoft.com/office/officeart/2005/8/layout/pList1"/>
    <dgm:cxn modelId="{DCA5A657-83E2-401F-85F4-911168A77DDF}" type="presParOf" srcId="{3D1FE873-1C6D-42D5-8A9A-11B2CB59E73F}" destId="{68C2BBF1-C960-4172-A8C9-B0B52C0A6B6C}" srcOrd="1" destOrd="0" presId="urn:microsoft.com/office/officeart/2005/8/layout/pList1"/>
    <dgm:cxn modelId="{26C12635-32C2-4AB5-A56B-94838304C1A7}" type="presParOf" srcId="{D47D0486-FBCD-493B-98AC-2072282074CE}" destId="{C89A075C-87F1-4A22-9290-968E4724A45F}" srcOrd="3" destOrd="0" presId="urn:microsoft.com/office/officeart/2005/8/layout/pList1"/>
    <dgm:cxn modelId="{83B6DE0E-CBF2-42EC-87E5-0F59FB686611}" type="presParOf" srcId="{D47D0486-FBCD-493B-98AC-2072282074CE}" destId="{9EA75610-FA4C-4D7A-A5A7-F04890D0C71C}" srcOrd="4" destOrd="0" presId="urn:microsoft.com/office/officeart/2005/8/layout/pList1"/>
    <dgm:cxn modelId="{5977DAEA-EF2E-4AC1-8183-D3061CB47BEE}" type="presParOf" srcId="{9EA75610-FA4C-4D7A-A5A7-F04890D0C71C}" destId="{612B8763-B0F2-4298-A271-B9638F5DF23D}" srcOrd="0" destOrd="0" presId="urn:microsoft.com/office/officeart/2005/8/layout/pList1"/>
    <dgm:cxn modelId="{F90DED29-811E-4831-BB55-5FD520A0560E}" type="presParOf" srcId="{9EA75610-FA4C-4D7A-A5A7-F04890D0C71C}" destId="{5AAECD37-0327-456D-951E-F5538C02C0DD}" srcOrd="1" destOrd="0" presId="urn:microsoft.com/office/officeart/2005/8/layout/pList1"/>
    <dgm:cxn modelId="{7CBCEA5D-46F4-4CEE-ACF0-BA01450B4C4C}" type="presParOf" srcId="{D47D0486-FBCD-493B-98AC-2072282074CE}" destId="{48767C05-7773-4516-AE69-197ECCD28315}" srcOrd="5" destOrd="0" presId="urn:microsoft.com/office/officeart/2005/8/layout/pList1"/>
    <dgm:cxn modelId="{D93FE1B8-DEF3-4B5E-BC39-DA9C08AFBE19}" type="presParOf" srcId="{D47D0486-FBCD-493B-98AC-2072282074CE}" destId="{7B9153DB-472D-4826-BE5C-7DA90E2F8B74}" srcOrd="6" destOrd="0" presId="urn:microsoft.com/office/officeart/2005/8/layout/pList1"/>
    <dgm:cxn modelId="{CD3B71FD-DB8F-46AD-8229-AB14CD830FF6}" type="presParOf" srcId="{7B9153DB-472D-4826-BE5C-7DA90E2F8B74}" destId="{E3F38079-1543-47E4-A0A5-CCB0550749E5}" srcOrd="0" destOrd="0" presId="urn:microsoft.com/office/officeart/2005/8/layout/pList1"/>
    <dgm:cxn modelId="{24803DA5-0329-428A-90FE-1DC294EF6941}" type="presParOf" srcId="{7B9153DB-472D-4826-BE5C-7DA90E2F8B74}" destId="{8427C4CD-27E0-4664-BB5D-2946C906FEB4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E86CFE-F65C-4320-B598-6123422BB276}" type="doc">
      <dgm:prSet loTypeId="urn:microsoft.com/office/officeart/2005/8/layout/hProcess9" loCatId="process" qsTypeId="urn:microsoft.com/office/officeart/2005/8/quickstyle/simple1#2" qsCatId="simple" csTypeId="urn:microsoft.com/office/officeart/2005/8/colors/accent1_2#2" csCatId="accent1" phldr="1"/>
      <dgm:spPr/>
    </dgm:pt>
    <dgm:pt modelId="{14B3BD8B-763C-48E9-8A38-B8CCFA7BDE5B}">
      <dgm:prSet phldrT="[Texto]" custT="1"/>
      <dgm:spPr/>
      <dgm:t>
        <a:bodyPr/>
        <a:lstStyle/>
        <a:p>
          <a:r>
            <a:rPr lang="es-MX" sz="1600" dirty="0"/>
            <a:t>Abrir boca de la victima.</a:t>
          </a:r>
        </a:p>
      </dgm:t>
    </dgm:pt>
    <dgm:pt modelId="{D079218B-4F1B-457E-87FF-C58C5E8C3DB0}" type="parTrans" cxnId="{D43A4904-4D90-49D1-9E60-007BA7D8BF27}">
      <dgm:prSet/>
      <dgm:spPr/>
      <dgm:t>
        <a:bodyPr/>
        <a:lstStyle/>
        <a:p>
          <a:endParaRPr lang="es-MX"/>
        </a:p>
      </dgm:t>
    </dgm:pt>
    <dgm:pt modelId="{46CB272F-5608-4667-92EE-245BBB01F623}" type="sibTrans" cxnId="{D43A4904-4D90-49D1-9E60-007BA7D8BF27}">
      <dgm:prSet/>
      <dgm:spPr/>
      <dgm:t>
        <a:bodyPr/>
        <a:lstStyle/>
        <a:p>
          <a:endParaRPr lang="es-MX"/>
        </a:p>
      </dgm:t>
    </dgm:pt>
    <dgm:pt modelId="{B5F78CCD-4EB2-4874-B8D8-A269D4739E7A}">
      <dgm:prSet phldrT="[Texto]" custT="1"/>
      <dgm:spPr/>
      <dgm:t>
        <a:bodyPr/>
        <a:lstStyle/>
        <a:p>
          <a:r>
            <a:rPr lang="es-MX" sz="1600" dirty="0"/>
            <a:t>Detener la lengua y levantarla hacia arriba.</a:t>
          </a:r>
        </a:p>
      </dgm:t>
    </dgm:pt>
    <dgm:pt modelId="{42E62C31-13FC-4582-A180-1C3FC7E94E3C}" type="parTrans" cxnId="{8CA627DB-DC15-4D5A-A0DB-23C8B9120BAA}">
      <dgm:prSet/>
      <dgm:spPr/>
      <dgm:t>
        <a:bodyPr/>
        <a:lstStyle/>
        <a:p>
          <a:endParaRPr lang="es-MX"/>
        </a:p>
      </dgm:t>
    </dgm:pt>
    <dgm:pt modelId="{CB3801FF-0740-4534-ACBE-462B3D0D1D79}" type="sibTrans" cxnId="{8CA627DB-DC15-4D5A-A0DB-23C8B9120BAA}">
      <dgm:prSet/>
      <dgm:spPr/>
      <dgm:t>
        <a:bodyPr/>
        <a:lstStyle/>
        <a:p>
          <a:endParaRPr lang="es-MX"/>
        </a:p>
      </dgm:t>
    </dgm:pt>
    <dgm:pt modelId="{5B6E1E64-A39D-4363-8C8A-199798985244}">
      <dgm:prSet phldrT="[Texto]" custT="1"/>
      <dgm:spPr/>
      <dgm:t>
        <a:bodyPr/>
        <a:lstStyle/>
        <a:p>
          <a:r>
            <a:rPr lang="es-MX" sz="1600" dirty="0"/>
            <a:t>Retirar cualquier objeto que este obstruyendo.</a:t>
          </a:r>
        </a:p>
      </dgm:t>
    </dgm:pt>
    <dgm:pt modelId="{AE02F516-6F7C-4F57-ABAA-1F30F22406FF}" type="parTrans" cxnId="{1D479311-D86C-4781-AD79-F0FE964E78CC}">
      <dgm:prSet/>
      <dgm:spPr/>
      <dgm:t>
        <a:bodyPr/>
        <a:lstStyle/>
        <a:p>
          <a:endParaRPr lang="es-MX"/>
        </a:p>
      </dgm:t>
    </dgm:pt>
    <dgm:pt modelId="{040675B7-5608-470B-A0CC-F97F189207AA}" type="sibTrans" cxnId="{1D479311-D86C-4781-AD79-F0FE964E78CC}">
      <dgm:prSet/>
      <dgm:spPr/>
      <dgm:t>
        <a:bodyPr/>
        <a:lstStyle/>
        <a:p>
          <a:endParaRPr lang="es-MX"/>
        </a:p>
      </dgm:t>
    </dgm:pt>
    <dgm:pt modelId="{1B4100C4-3C98-4565-9F7A-EAC23B527362}" type="pres">
      <dgm:prSet presAssocID="{B7E86CFE-F65C-4320-B598-6123422BB276}" presName="CompostProcess" presStyleCnt="0">
        <dgm:presLayoutVars>
          <dgm:dir/>
          <dgm:resizeHandles val="exact"/>
        </dgm:presLayoutVars>
      </dgm:prSet>
      <dgm:spPr/>
    </dgm:pt>
    <dgm:pt modelId="{24480B11-33CD-4991-97C0-A909F6B6D059}" type="pres">
      <dgm:prSet presAssocID="{B7E86CFE-F65C-4320-B598-6123422BB276}" presName="arrow" presStyleLbl="bgShp" presStyleIdx="0" presStyleCnt="1"/>
      <dgm:spPr/>
    </dgm:pt>
    <dgm:pt modelId="{C50E92A8-05B6-430B-AF9F-912F18779C64}" type="pres">
      <dgm:prSet presAssocID="{B7E86CFE-F65C-4320-B598-6123422BB276}" presName="linearProcess" presStyleCnt="0"/>
      <dgm:spPr/>
    </dgm:pt>
    <dgm:pt modelId="{4207212F-B6FA-43B8-98A8-732382648EA4}" type="pres">
      <dgm:prSet presAssocID="{14B3BD8B-763C-48E9-8A38-B8CCFA7BDE5B}" presName="textNode" presStyleLbl="node1" presStyleIdx="0" presStyleCnt="3">
        <dgm:presLayoutVars>
          <dgm:bulletEnabled val="1"/>
        </dgm:presLayoutVars>
      </dgm:prSet>
      <dgm:spPr/>
    </dgm:pt>
    <dgm:pt modelId="{4CB5B9B4-ACB3-411F-AF8B-939073E32522}" type="pres">
      <dgm:prSet presAssocID="{46CB272F-5608-4667-92EE-245BBB01F623}" presName="sibTrans" presStyleCnt="0"/>
      <dgm:spPr/>
    </dgm:pt>
    <dgm:pt modelId="{A6A271A4-2612-4DE4-ABE6-DF7608ABEB02}" type="pres">
      <dgm:prSet presAssocID="{B5F78CCD-4EB2-4874-B8D8-A269D4739E7A}" presName="textNode" presStyleLbl="node1" presStyleIdx="1" presStyleCnt="3">
        <dgm:presLayoutVars>
          <dgm:bulletEnabled val="1"/>
        </dgm:presLayoutVars>
      </dgm:prSet>
      <dgm:spPr/>
    </dgm:pt>
    <dgm:pt modelId="{0738D2CA-F5CF-4AE2-961A-A15BCE5179DF}" type="pres">
      <dgm:prSet presAssocID="{CB3801FF-0740-4534-ACBE-462B3D0D1D79}" presName="sibTrans" presStyleCnt="0"/>
      <dgm:spPr/>
    </dgm:pt>
    <dgm:pt modelId="{99F5B87C-587E-4780-8A55-9F3E13E47C6B}" type="pres">
      <dgm:prSet presAssocID="{5B6E1E64-A39D-4363-8C8A-199798985244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D43A4904-4D90-49D1-9E60-007BA7D8BF27}" srcId="{B7E86CFE-F65C-4320-B598-6123422BB276}" destId="{14B3BD8B-763C-48E9-8A38-B8CCFA7BDE5B}" srcOrd="0" destOrd="0" parTransId="{D079218B-4F1B-457E-87FF-C58C5E8C3DB0}" sibTransId="{46CB272F-5608-4667-92EE-245BBB01F623}"/>
    <dgm:cxn modelId="{1D479311-D86C-4781-AD79-F0FE964E78CC}" srcId="{B7E86CFE-F65C-4320-B598-6123422BB276}" destId="{5B6E1E64-A39D-4363-8C8A-199798985244}" srcOrd="2" destOrd="0" parTransId="{AE02F516-6F7C-4F57-ABAA-1F30F22406FF}" sibTransId="{040675B7-5608-470B-A0CC-F97F189207AA}"/>
    <dgm:cxn modelId="{B4898A23-B64D-4E29-AA8B-72561A824151}" type="presOf" srcId="{5B6E1E64-A39D-4363-8C8A-199798985244}" destId="{99F5B87C-587E-4780-8A55-9F3E13E47C6B}" srcOrd="0" destOrd="0" presId="urn:microsoft.com/office/officeart/2005/8/layout/hProcess9"/>
    <dgm:cxn modelId="{53308930-C1A2-4017-9204-27DBC8578615}" type="presOf" srcId="{B5F78CCD-4EB2-4874-B8D8-A269D4739E7A}" destId="{A6A271A4-2612-4DE4-ABE6-DF7608ABEB02}" srcOrd="0" destOrd="0" presId="urn:microsoft.com/office/officeart/2005/8/layout/hProcess9"/>
    <dgm:cxn modelId="{93056750-BB1F-4A50-A17E-72B41A88F60D}" type="presOf" srcId="{B7E86CFE-F65C-4320-B598-6123422BB276}" destId="{1B4100C4-3C98-4565-9F7A-EAC23B527362}" srcOrd="0" destOrd="0" presId="urn:microsoft.com/office/officeart/2005/8/layout/hProcess9"/>
    <dgm:cxn modelId="{716EE9D5-31FC-4AAD-95D7-2FC17D68FA00}" type="presOf" srcId="{14B3BD8B-763C-48E9-8A38-B8CCFA7BDE5B}" destId="{4207212F-B6FA-43B8-98A8-732382648EA4}" srcOrd="0" destOrd="0" presId="urn:microsoft.com/office/officeart/2005/8/layout/hProcess9"/>
    <dgm:cxn modelId="{8CA627DB-DC15-4D5A-A0DB-23C8B9120BAA}" srcId="{B7E86CFE-F65C-4320-B598-6123422BB276}" destId="{B5F78CCD-4EB2-4874-B8D8-A269D4739E7A}" srcOrd="1" destOrd="0" parTransId="{42E62C31-13FC-4582-A180-1C3FC7E94E3C}" sibTransId="{CB3801FF-0740-4534-ACBE-462B3D0D1D79}"/>
    <dgm:cxn modelId="{C8655C65-B6BB-4F54-A73A-0B9A73744170}" type="presParOf" srcId="{1B4100C4-3C98-4565-9F7A-EAC23B527362}" destId="{24480B11-33CD-4991-97C0-A909F6B6D059}" srcOrd="0" destOrd="0" presId="urn:microsoft.com/office/officeart/2005/8/layout/hProcess9"/>
    <dgm:cxn modelId="{21A42257-A988-4900-9ECD-CB210722D2A4}" type="presParOf" srcId="{1B4100C4-3C98-4565-9F7A-EAC23B527362}" destId="{C50E92A8-05B6-430B-AF9F-912F18779C64}" srcOrd="1" destOrd="0" presId="urn:microsoft.com/office/officeart/2005/8/layout/hProcess9"/>
    <dgm:cxn modelId="{9298E139-CDD0-4B62-AE07-5EC1B3E7589B}" type="presParOf" srcId="{C50E92A8-05B6-430B-AF9F-912F18779C64}" destId="{4207212F-B6FA-43B8-98A8-732382648EA4}" srcOrd="0" destOrd="0" presId="urn:microsoft.com/office/officeart/2005/8/layout/hProcess9"/>
    <dgm:cxn modelId="{3A88CF98-AAE4-4557-B8F6-7FDBBF358BA7}" type="presParOf" srcId="{C50E92A8-05B6-430B-AF9F-912F18779C64}" destId="{4CB5B9B4-ACB3-411F-AF8B-939073E32522}" srcOrd="1" destOrd="0" presId="urn:microsoft.com/office/officeart/2005/8/layout/hProcess9"/>
    <dgm:cxn modelId="{A440B0DA-B49C-4B39-8B54-2A25596FF3D7}" type="presParOf" srcId="{C50E92A8-05B6-430B-AF9F-912F18779C64}" destId="{A6A271A4-2612-4DE4-ABE6-DF7608ABEB02}" srcOrd="2" destOrd="0" presId="urn:microsoft.com/office/officeart/2005/8/layout/hProcess9"/>
    <dgm:cxn modelId="{FB9FFB59-78EE-4E21-830F-CD8C042352EF}" type="presParOf" srcId="{C50E92A8-05B6-430B-AF9F-912F18779C64}" destId="{0738D2CA-F5CF-4AE2-961A-A15BCE5179DF}" srcOrd="3" destOrd="0" presId="urn:microsoft.com/office/officeart/2005/8/layout/hProcess9"/>
    <dgm:cxn modelId="{1EE91962-C484-423F-BC21-21688F11F277}" type="presParOf" srcId="{C50E92A8-05B6-430B-AF9F-912F18779C64}" destId="{99F5B87C-587E-4780-8A55-9F3E13E47C6B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FAAB263-6A7D-489F-82EC-B0F44DB9D8AE}" type="doc">
      <dgm:prSet loTypeId="urn:microsoft.com/office/officeart/2005/8/layout/arrow1" loCatId="process" qsTypeId="urn:microsoft.com/office/officeart/2005/8/quickstyle/simple1#3" qsCatId="simple" csTypeId="urn:microsoft.com/office/officeart/2005/8/colors/accent1_2#3" csCatId="accent1" phldr="1"/>
      <dgm:spPr/>
      <dgm:t>
        <a:bodyPr/>
        <a:lstStyle/>
        <a:p>
          <a:endParaRPr lang="es-MX"/>
        </a:p>
      </dgm:t>
    </dgm:pt>
    <dgm:pt modelId="{0A711667-EB34-4400-AA0E-51C46BB5FA10}">
      <dgm:prSet phldrT="[Texto]"/>
      <dgm:spPr/>
      <dgm:t>
        <a:bodyPr/>
        <a:lstStyle/>
        <a:p>
          <a:r>
            <a:rPr lang="es-MX" dirty="0"/>
            <a:t>Internas</a:t>
          </a:r>
        </a:p>
      </dgm:t>
    </dgm:pt>
    <dgm:pt modelId="{92D50499-1D18-43A3-8133-647A40B654B2}" type="parTrans" cxnId="{25EA9FC9-0ED1-4AD0-8153-69996BCD2A45}">
      <dgm:prSet/>
      <dgm:spPr/>
      <dgm:t>
        <a:bodyPr/>
        <a:lstStyle/>
        <a:p>
          <a:endParaRPr lang="es-MX"/>
        </a:p>
      </dgm:t>
    </dgm:pt>
    <dgm:pt modelId="{C2B91AB7-3D94-44C5-BB65-0743738385A7}" type="sibTrans" cxnId="{25EA9FC9-0ED1-4AD0-8153-69996BCD2A45}">
      <dgm:prSet/>
      <dgm:spPr/>
      <dgm:t>
        <a:bodyPr/>
        <a:lstStyle/>
        <a:p>
          <a:endParaRPr lang="es-MX"/>
        </a:p>
      </dgm:t>
    </dgm:pt>
    <dgm:pt modelId="{E310184C-8FCF-475D-800D-70E97FB39ADE}">
      <dgm:prSet phldrT="[Texto]"/>
      <dgm:spPr/>
      <dgm:t>
        <a:bodyPr/>
        <a:lstStyle/>
        <a:p>
          <a:r>
            <a:rPr lang="es-MX" dirty="0"/>
            <a:t>Externas</a:t>
          </a:r>
        </a:p>
      </dgm:t>
    </dgm:pt>
    <dgm:pt modelId="{9B9A72FD-A7A3-405F-9193-0E8C9A046117}" type="parTrans" cxnId="{83CE11E4-7227-40E3-98B7-72FEFC82F368}">
      <dgm:prSet/>
      <dgm:spPr/>
      <dgm:t>
        <a:bodyPr/>
        <a:lstStyle/>
        <a:p>
          <a:endParaRPr lang="es-MX"/>
        </a:p>
      </dgm:t>
    </dgm:pt>
    <dgm:pt modelId="{4AD892E7-6798-4DE9-A8A3-02B75D1BA41B}" type="sibTrans" cxnId="{83CE11E4-7227-40E3-98B7-72FEFC82F368}">
      <dgm:prSet/>
      <dgm:spPr/>
      <dgm:t>
        <a:bodyPr/>
        <a:lstStyle/>
        <a:p>
          <a:endParaRPr lang="es-MX"/>
        </a:p>
      </dgm:t>
    </dgm:pt>
    <dgm:pt modelId="{9FE7C896-B133-4576-98BD-2BDB52209779}" type="pres">
      <dgm:prSet presAssocID="{2FAAB263-6A7D-489F-82EC-B0F44DB9D8AE}" presName="cycle" presStyleCnt="0">
        <dgm:presLayoutVars>
          <dgm:dir/>
          <dgm:resizeHandles val="exact"/>
        </dgm:presLayoutVars>
      </dgm:prSet>
      <dgm:spPr/>
    </dgm:pt>
    <dgm:pt modelId="{2E7ACA8A-26F7-4A07-A997-E160C472E99C}" type="pres">
      <dgm:prSet presAssocID="{0A711667-EB34-4400-AA0E-51C46BB5FA10}" presName="arrow" presStyleLbl="node1" presStyleIdx="0" presStyleCnt="2">
        <dgm:presLayoutVars>
          <dgm:bulletEnabled val="1"/>
        </dgm:presLayoutVars>
      </dgm:prSet>
      <dgm:spPr/>
    </dgm:pt>
    <dgm:pt modelId="{879D6209-B55B-4AB9-B447-677D544EC6A3}" type="pres">
      <dgm:prSet presAssocID="{E310184C-8FCF-475D-800D-70E97FB39ADE}" presName="arrow" presStyleLbl="node1" presStyleIdx="1" presStyleCnt="2">
        <dgm:presLayoutVars>
          <dgm:bulletEnabled val="1"/>
        </dgm:presLayoutVars>
      </dgm:prSet>
      <dgm:spPr/>
    </dgm:pt>
  </dgm:ptLst>
  <dgm:cxnLst>
    <dgm:cxn modelId="{CCA86188-0FCD-4BDA-9EA7-7FE0B0A69D1C}" type="presOf" srcId="{0A711667-EB34-4400-AA0E-51C46BB5FA10}" destId="{2E7ACA8A-26F7-4A07-A997-E160C472E99C}" srcOrd="0" destOrd="0" presId="urn:microsoft.com/office/officeart/2005/8/layout/arrow1"/>
    <dgm:cxn modelId="{CF98048F-E20F-4789-BF45-2754A657D9CC}" type="presOf" srcId="{E310184C-8FCF-475D-800D-70E97FB39ADE}" destId="{879D6209-B55B-4AB9-B447-677D544EC6A3}" srcOrd="0" destOrd="0" presId="urn:microsoft.com/office/officeart/2005/8/layout/arrow1"/>
    <dgm:cxn modelId="{25EA9FC9-0ED1-4AD0-8153-69996BCD2A45}" srcId="{2FAAB263-6A7D-489F-82EC-B0F44DB9D8AE}" destId="{0A711667-EB34-4400-AA0E-51C46BB5FA10}" srcOrd="0" destOrd="0" parTransId="{92D50499-1D18-43A3-8133-647A40B654B2}" sibTransId="{C2B91AB7-3D94-44C5-BB65-0743738385A7}"/>
    <dgm:cxn modelId="{743FC4CB-1A54-4AAC-974C-46E4B08C17DE}" type="presOf" srcId="{2FAAB263-6A7D-489F-82EC-B0F44DB9D8AE}" destId="{9FE7C896-B133-4576-98BD-2BDB52209779}" srcOrd="0" destOrd="0" presId="urn:microsoft.com/office/officeart/2005/8/layout/arrow1"/>
    <dgm:cxn modelId="{83CE11E4-7227-40E3-98B7-72FEFC82F368}" srcId="{2FAAB263-6A7D-489F-82EC-B0F44DB9D8AE}" destId="{E310184C-8FCF-475D-800D-70E97FB39ADE}" srcOrd="1" destOrd="0" parTransId="{9B9A72FD-A7A3-405F-9193-0E8C9A046117}" sibTransId="{4AD892E7-6798-4DE9-A8A3-02B75D1BA41B}"/>
    <dgm:cxn modelId="{2BF58D5E-8509-425C-88FF-6B107B26A09F}" type="presParOf" srcId="{9FE7C896-B133-4576-98BD-2BDB52209779}" destId="{2E7ACA8A-26F7-4A07-A997-E160C472E99C}" srcOrd="0" destOrd="0" presId="urn:microsoft.com/office/officeart/2005/8/layout/arrow1"/>
    <dgm:cxn modelId="{8A62157D-96A4-4A07-8EDC-DD4815D8D94B}" type="presParOf" srcId="{9FE7C896-B133-4576-98BD-2BDB52209779}" destId="{879D6209-B55B-4AB9-B447-677D544EC6A3}" srcOrd="1" destOrd="0" presId="urn:microsoft.com/office/officeart/2005/8/layout/arrow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33B58E8-7A48-4B66-9663-6C6E05FCA694}" type="doc">
      <dgm:prSet loTypeId="urn:microsoft.com/office/officeart/2005/8/layout/bList2" loCatId="list" qsTypeId="urn:microsoft.com/office/officeart/2005/8/quickstyle/simple1#4" qsCatId="simple" csTypeId="urn:microsoft.com/office/officeart/2005/8/colors/accent1_2#4" csCatId="accent1" phldr="1"/>
      <dgm:spPr/>
    </dgm:pt>
    <dgm:pt modelId="{8FC68AEA-F54B-4063-B405-41322AB11161}">
      <dgm:prSet phldrT="[Texto]"/>
      <dgm:spPr/>
      <dgm:t>
        <a:bodyPr/>
        <a:lstStyle/>
        <a:p>
          <a:r>
            <a:rPr lang="es-MX" dirty="0"/>
            <a:t>Esguince</a:t>
          </a:r>
        </a:p>
      </dgm:t>
    </dgm:pt>
    <dgm:pt modelId="{7A2C6A60-A20F-49B2-8AC5-EA5F37421C2C}" type="parTrans" cxnId="{1326AD47-014C-4AD8-9169-5E3F46973391}">
      <dgm:prSet/>
      <dgm:spPr/>
      <dgm:t>
        <a:bodyPr/>
        <a:lstStyle/>
        <a:p>
          <a:endParaRPr lang="es-MX"/>
        </a:p>
      </dgm:t>
    </dgm:pt>
    <dgm:pt modelId="{A715B3B2-7010-4759-8418-83E9B0042280}" type="sibTrans" cxnId="{1326AD47-014C-4AD8-9169-5E3F46973391}">
      <dgm:prSet/>
      <dgm:spPr/>
      <dgm:t>
        <a:bodyPr/>
        <a:lstStyle/>
        <a:p>
          <a:endParaRPr lang="es-MX"/>
        </a:p>
      </dgm:t>
    </dgm:pt>
    <dgm:pt modelId="{0E7C3006-6F05-47BB-A079-9DEDE17511F4}">
      <dgm:prSet phldrT="[Texto]"/>
      <dgm:spPr/>
      <dgm:t>
        <a:bodyPr/>
        <a:lstStyle/>
        <a:p>
          <a:r>
            <a:rPr lang="es-MX" dirty="0"/>
            <a:t>Luxación</a:t>
          </a:r>
        </a:p>
      </dgm:t>
    </dgm:pt>
    <dgm:pt modelId="{B553EA56-740F-4278-BA14-1EB18E8B0F38}" type="parTrans" cxnId="{CDA1143A-7F20-467C-8366-B6250970AA74}">
      <dgm:prSet/>
      <dgm:spPr/>
      <dgm:t>
        <a:bodyPr/>
        <a:lstStyle/>
        <a:p>
          <a:endParaRPr lang="es-MX"/>
        </a:p>
      </dgm:t>
    </dgm:pt>
    <dgm:pt modelId="{671E5566-AF51-42D1-B0A2-CF2268462E27}" type="sibTrans" cxnId="{CDA1143A-7F20-467C-8366-B6250970AA74}">
      <dgm:prSet/>
      <dgm:spPr/>
      <dgm:t>
        <a:bodyPr/>
        <a:lstStyle/>
        <a:p>
          <a:endParaRPr lang="es-MX"/>
        </a:p>
      </dgm:t>
    </dgm:pt>
    <dgm:pt modelId="{99AC8768-673E-409D-8C42-7BFADAF27467}">
      <dgm:prSet phldrT="[Texto]"/>
      <dgm:spPr/>
      <dgm:t>
        <a:bodyPr/>
        <a:lstStyle/>
        <a:p>
          <a:r>
            <a:rPr lang="es-MX" dirty="0"/>
            <a:t>Fractura</a:t>
          </a:r>
        </a:p>
      </dgm:t>
    </dgm:pt>
    <dgm:pt modelId="{67E76F38-46DC-4409-A6AF-FC55AC75C79E}" type="parTrans" cxnId="{038486C3-E9C5-4443-ABBF-AF84A6F88C3F}">
      <dgm:prSet/>
      <dgm:spPr/>
      <dgm:t>
        <a:bodyPr/>
        <a:lstStyle/>
        <a:p>
          <a:endParaRPr lang="es-MX"/>
        </a:p>
      </dgm:t>
    </dgm:pt>
    <dgm:pt modelId="{269532F2-B4A9-494D-9F47-B18402203FC9}" type="sibTrans" cxnId="{038486C3-E9C5-4443-ABBF-AF84A6F88C3F}">
      <dgm:prSet/>
      <dgm:spPr/>
      <dgm:t>
        <a:bodyPr/>
        <a:lstStyle/>
        <a:p>
          <a:endParaRPr lang="es-MX"/>
        </a:p>
      </dgm:t>
    </dgm:pt>
    <dgm:pt modelId="{DA934729-A96C-4C1E-9269-8E74435B071D}">
      <dgm:prSet/>
      <dgm:spPr/>
      <dgm:t>
        <a:bodyPr/>
        <a:lstStyle/>
        <a:p>
          <a:r>
            <a:rPr lang="es-MX" dirty="0"/>
            <a:t>Ruptura de los ligamentos articulares.</a:t>
          </a:r>
        </a:p>
      </dgm:t>
    </dgm:pt>
    <dgm:pt modelId="{241AAAB0-EF29-4133-9A30-377AC08B243F}" type="parTrans" cxnId="{B7C78826-452F-4579-B847-74E6D6F7D324}">
      <dgm:prSet/>
      <dgm:spPr/>
    </dgm:pt>
    <dgm:pt modelId="{77BF6369-6963-409F-8E2F-8CB309DF794C}" type="sibTrans" cxnId="{B7C78826-452F-4579-B847-74E6D6F7D324}">
      <dgm:prSet/>
      <dgm:spPr/>
    </dgm:pt>
    <dgm:pt modelId="{F3EB59F6-EB19-4654-99BF-1AF94FEF1843}">
      <dgm:prSet/>
      <dgm:spPr/>
      <dgm:t>
        <a:bodyPr/>
        <a:lstStyle/>
        <a:p>
          <a:r>
            <a:rPr lang="es-MX" dirty="0"/>
            <a:t> Perdida de contacto entre los huesos de la articulación, lo que se conoce como dislocación. </a:t>
          </a:r>
        </a:p>
      </dgm:t>
    </dgm:pt>
    <dgm:pt modelId="{FB873C62-3F7E-46C2-9497-BC3BB8038EF6}" type="parTrans" cxnId="{D10D9F96-F77C-432F-937D-52F0F446B6E0}">
      <dgm:prSet/>
      <dgm:spPr/>
    </dgm:pt>
    <dgm:pt modelId="{275C6488-B6A2-4CE7-BF0C-71CEAD0E1471}" type="sibTrans" cxnId="{D10D9F96-F77C-432F-937D-52F0F446B6E0}">
      <dgm:prSet/>
      <dgm:spPr/>
    </dgm:pt>
    <dgm:pt modelId="{788A38EB-5395-43F6-8CC6-758CD77FABB7}">
      <dgm:prSet/>
      <dgm:spPr/>
      <dgm:t>
        <a:bodyPr/>
        <a:lstStyle/>
        <a:p>
          <a:endParaRPr lang="es-MX"/>
        </a:p>
      </dgm:t>
    </dgm:pt>
    <dgm:pt modelId="{27FDE01A-F75B-44F2-8025-48AE6216C0F7}" type="parTrans" cxnId="{982F5796-F05A-4FE0-8900-E67ED81ADB2A}">
      <dgm:prSet/>
      <dgm:spPr/>
      <dgm:t>
        <a:bodyPr/>
        <a:lstStyle/>
        <a:p>
          <a:endParaRPr lang="es-MX"/>
        </a:p>
      </dgm:t>
    </dgm:pt>
    <dgm:pt modelId="{9DA4354B-5E61-4D52-B15C-40CEABC391FE}" type="sibTrans" cxnId="{982F5796-F05A-4FE0-8900-E67ED81ADB2A}">
      <dgm:prSet/>
      <dgm:spPr/>
      <dgm:t>
        <a:bodyPr/>
        <a:lstStyle/>
        <a:p>
          <a:endParaRPr lang="es-MX"/>
        </a:p>
      </dgm:t>
    </dgm:pt>
    <dgm:pt modelId="{06616BA5-C250-401D-BAFD-7CD0397B15DF}">
      <dgm:prSet/>
      <dgm:spPr/>
      <dgm:t>
        <a:bodyPr/>
        <a:lstStyle/>
        <a:p>
          <a:r>
            <a:rPr lang="es-MX" dirty="0"/>
            <a:t>Perdida de la continuación del tejido óseo.</a:t>
          </a:r>
        </a:p>
      </dgm:t>
    </dgm:pt>
    <dgm:pt modelId="{F8F5E137-7A66-45FD-943D-E986FB0C5D73}" type="parTrans" cxnId="{BE810988-BD54-453B-BC1A-385EA85B37C6}">
      <dgm:prSet/>
      <dgm:spPr/>
    </dgm:pt>
    <dgm:pt modelId="{14D6D91F-2AC7-4F80-B94F-677C2AA88BEB}" type="sibTrans" cxnId="{BE810988-BD54-453B-BC1A-385EA85B37C6}">
      <dgm:prSet/>
      <dgm:spPr/>
    </dgm:pt>
    <dgm:pt modelId="{67609B16-4368-451A-BEAA-1EFAF7E25CCF}" type="pres">
      <dgm:prSet presAssocID="{233B58E8-7A48-4B66-9663-6C6E05FCA694}" presName="diagram" presStyleCnt="0">
        <dgm:presLayoutVars>
          <dgm:dir/>
          <dgm:animLvl val="lvl"/>
          <dgm:resizeHandles val="exact"/>
        </dgm:presLayoutVars>
      </dgm:prSet>
      <dgm:spPr/>
    </dgm:pt>
    <dgm:pt modelId="{FC59CBB8-73F2-4FA8-9F6E-3C9697B90DE6}" type="pres">
      <dgm:prSet presAssocID="{8FC68AEA-F54B-4063-B405-41322AB11161}" presName="compNode" presStyleCnt="0"/>
      <dgm:spPr/>
    </dgm:pt>
    <dgm:pt modelId="{83076B5B-65C6-496B-8465-3F1B895782F7}" type="pres">
      <dgm:prSet presAssocID="{8FC68AEA-F54B-4063-B405-41322AB11161}" presName="childRect" presStyleLbl="bgAcc1" presStyleIdx="0" presStyleCnt="3">
        <dgm:presLayoutVars>
          <dgm:bulletEnabled val="1"/>
        </dgm:presLayoutVars>
      </dgm:prSet>
      <dgm:spPr/>
    </dgm:pt>
    <dgm:pt modelId="{7D825FCC-DAE0-4E62-9700-3ED8315F5F50}" type="pres">
      <dgm:prSet presAssocID="{8FC68AEA-F54B-4063-B405-41322AB11161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88FD014E-A076-4DC5-B613-06EDB035BBC5}" type="pres">
      <dgm:prSet presAssocID="{8FC68AEA-F54B-4063-B405-41322AB11161}" presName="parentRect" presStyleLbl="alignNode1" presStyleIdx="0" presStyleCnt="3"/>
      <dgm:spPr/>
    </dgm:pt>
    <dgm:pt modelId="{C7E32A53-0CB4-4175-B5BE-1EF1E9F0F3D4}" type="pres">
      <dgm:prSet presAssocID="{8FC68AEA-F54B-4063-B405-41322AB11161}" presName="adorn" presStyleLbl="fgAccFollowNode1" presStyleIdx="0" presStyleCnt="3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</dgm:pt>
    <dgm:pt modelId="{C043453A-1142-4F43-A862-2F2F1DA2674D}" type="pres">
      <dgm:prSet presAssocID="{A715B3B2-7010-4759-8418-83E9B0042280}" presName="sibTrans" presStyleLbl="sibTrans2D1" presStyleIdx="0" presStyleCnt="0"/>
      <dgm:spPr/>
    </dgm:pt>
    <dgm:pt modelId="{59C23E41-9382-4EAD-9D15-2AA3A3683C57}" type="pres">
      <dgm:prSet presAssocID="{0E7C3006-6F05-47BB-A079-9DEDE17511F4}" presName="compNode" presStyleCnt="0"/>
      <dgm:spPr/>
    </dgm:pt>
    <dgm:pt modelId="{F5390940-57BA-42ED-802A-3698E0B26AE0}" type="pres">
      <dgm:prSet presAssocID="{0E7C3006-6F05-47BB-A079-9DEDE17511F4}" presName="childRect" presStyleLbl="bgAcc1" presStyleIdx="1" presStyleCnt="3">
        <dgm:presLayoutVars>
          <dgm:bulletEnabled val="1"/>
        </dgm:presLayoutVars>
      </dgm:prSet>
      <dgm:spPr/>
    </dgm:pt>
    <dgm:pt modelId="{CDC4B945-085A-4EC3-A8B7-B9B2B154AF50}" type="pres">
      <dgm:prSet presAssocID="{0E7C3006-6F05-47BB-A079-9DEDE17511F4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4AAD5A50-090D-408A-BBA7-AD8F8F4D56E6}" type="pres">
      <dgm:prSet presAssocID="{0E7C3006-6F05-47BB-A079-9DEDE17511F4}" presName="parentRect" presStyleLbl="alignNode1" presStyleIdx="1" presStyleCnt="3"/>
      <dgm:spPr/>
    </dgm:pt>
    <dgm:pt modelId="{FEDA9CAC-BA9D-4F16-98BF-DBDB8888643E}" type="pres">
      <dgm:prSet presAssocID="{0E7C3006-6F05-47BB-A079-9DEDE17511F4}" presName="adorn" presStyleLbl="fgAccFollowNode1" presStyleIdx="1" presStyleCnt="3"/>
      <dgm:spPr>
        <a:blipFill rotWithShape="1">
          <a:blip xmlns:r="http://schemas.openxmlformats.org/officeDocument/2006/relationships" r:embed="rId2"/>
          <a:stretch>
            <a:fillRect/>
          </a:stretch>
        </a:blipFill>
      </dgm:spPr>
    </dgm:pt>
    <dgm:pt modelId="{2F0ED4ED-9162-4FFF-810D-C546DEA5E055}" type="pres">
      <dgm:prSet presAssocID="{671E5566-AF51-42D1-B0A2-CF2268462E27}" presName="sibTrans" presStyleLbl="sibTrans2D1" presStyleIdx="0" presStyleCnt="0"/>
      <dgm:spPr/>
    </dgm:pt>
    <dgm:pt modelId="{63F01C90-2D86-4E11-8530-3DEB12E24D2A}" type="pres">
      <dgm:prSet presAssocID="{99AC8768-673E-409D-8C42-7BFADAF27467}" presName="compNode" presStyleCnt="0"/>
      <dgm:spPr/>
    </dgm:pt>
    <dgm:pt modelId="{3CB4CC44-712B-49B7-84F6-8D76A00DDF23}" type="pres">
      <dgm:prSet presAssocID="{99AC8768-673E-409D-8C42-7BFADAF27467}" presName="childRect" presStyleLbl="bgAcc1" presStyleIdx="2" presStyleCnt="3">
        <dgm:presLayoutVars>
          <dgm:bulletEnabled val="1"/>
        </dgm:presLayoutVars>
      </dgm:prSet>
      <dgm:spPr/>
    </dgm:pt>
    <dgm:pt modelId="{3311179A-5A2D-449D-ACF3-565EDB0AB346}" type="pres">
      <dgm:prSet presAssocID="{99AC8768-673E-409D-8C42-7BFADAF27467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1CE1C1DC-B0CB-4987-9E9C-9C35FA542EBD}" type="pres">
      <dgm:prSet presAssocID="{99AC8768-673E-409D-8C42-7BFADAF27467}" presName="parentRect" presStyleLbl="alignNode1" presStyleIdx="2" presStyleCnt="3"/>
      <dgm:spPr/>
    </dgm:pt>
    <dgm:pt modelId="{90FFF2BF-31D0-484C-8034-4B1627CD94CE}" type="pres">
      <dgm:prSet presAssocID="{99AC8768-673E-409D-8C42-7BFADAF27467}" presName="adorn" presStyleLbl="fgAccFollowNode1" presStyleIdx="2" presStyleCnt="3"/>
      <dgm:spPr>
        <a:blipFill rotWithShape="1">
          <a:blip xmlns:r="http://schemas.openxmlformats.org/officeDocument/2006/relationships" r:embed="rId3"/>
          <a:stretch>
            <a:fillRect/>
          </a:stretch>
        </a:blipFill>
      </dgm:spPr>
    </dgm:pt>
  </dgm:ptLst>
  <dgm:cxnLst>
    <dgm:cxn modelId="{B33BD815-CA8C-4345-8955-4235C651A118}" type="presOf" srcId="{671E5566-AF51-42D1-B0A2-CF2268462E27}" destId="{2F0ED4ED-9162-4FFF-810D-C546DEA5E055}" srcOrd="0" destOrd="0" presId="urn:microsoft.com/office/officeart/2005/8/layout/bList2"/>
    <dgm:cxn modelId="{B7C78826-452F-4579-B847-74E6D6F7D324}" srcId="{8FC68AEA-F54B-4063-B405-41322AB11161}" destId="{DA934729-A96C-4C1E-9269-8E74435B071D}" srcOrd="0" destOrd="0" parTransId="{241AAAB0-EF29-4133-9A30-377AC08B243F}" sibTransId="{77BF6369-6963-409F-8E2F-8CB309DF794C}"/>
    <dgm:cxn modelId="{A93F402A-2EF4-4DD5-AA4F-FD6A499F2C91}" type="presOf" srcId="{99AC8768-673E-409D-8C42-7BFADAF27467}" destId="{1CE1C1DC-B0CB-4987-9E9C-9C35FA542EBD}" srcOrd="1" destOrd="0" presId="urn:microsoft.com/office/officeart/2005/8/layout/bList2"/>
    <dgm:cxn modelId="{33951F2E-EA8B-48E8-9B27-5B81EA1A6168}" type="presOf" srcId="{F3EB59F6-EB19-4654-99BF-1AF94FEF1843}" destId="{F5390940-57BA-42ED-802A-3698E0B26AE0}" srcOrd="0" destOrd="0" presId="urn:microsoft.com/office/officeart/2005/8/layout/bList2"/>
    <dgm:cxn modelId="{ABE39733-FB07-4088-ACC4-56A654C2ACFD}" type="presOf" srcId="{0E7C3006-6F05-47BB-A079-9DEDE17511F4}" destId="{4AAD5A50-090D-408A-BBA7-AD8F8F4D56E6}" srcOrd="1" destOrd="0" presId="urn:microsoft.com/office/officeart/2005/8/layout/bList2"/>
    <dgm:cxn modelId="{4A492D39-2311-4CE1-842B-C56D806D22A6}" type="presOf" srcId="{233B58E8-7A48-4B66-9663-6C6E05FCA694}" destId="{67609B16-4368-451A-BEAA-1EFAF7E25CCF}" srcOrd="0" destOrd="0" presId="urn:microsoft.com/office/officeart/2005/8/layout/bList2"/>
    <dgm:cxn modelId="{CDA1143A-7F20-467C-8366-B6250970AA74}" srcId="{233B58E8-7A48-4B66-9663-6C6E05FCA694}" destId="{0E7C3006-6F05-47BB-A079-9DEDE17511F4}" srcOrd="1" destOrd="0" parTransId="{B553EA56-740F-4278-BA14-1EB18E8B0F38}" sibTransId="{671E5566-AF51-42D1-B0A2-CF2268462E27}"/>
    <dgm:cxn modelId="{DE182E40-44F9-47FE-A4F1-FC8E7A7A0BFE}" type="presOf" srcId="{788A38EB-5395-43F6-8CC6-758CD77FABB7}" destId="{F5390940-57BA-42ED-802A-3698E0B26AE0}" srcOrd="0" destOrd="1" presId="urn:microsoft.com/office/officeart/2005/8/layout/bList2"/>
    <dgm:cxn modelId="{1326AD47-014C-4AD8-9169-5E3F46973391}" srcId="{233B58E8-7A48-4B66-9663-6C6E05FCA694}" destId="{8FC68AEA-F54B-4063-B405-41322AB11161}" srcOrd="0" destOrd="0" parTransId="{7A2C6A60-A20F-49B2-8AC5-EA5F37421C2C}" sibTransId="{A715B3B2-7010-4759-8418-83E9B0042280}"/>
    <dgm:cxn modelId="{00702771-8B64-4370-8F9D-7A621164DA15}" type="presOf" srcId="{06616BA5-C250-401D-BAFD-7CD0397B15DF}" destId="{3CB4CC44-712B-49B7-84F6-8D76A00DDF23}" srcOrd="0" destOrd="0" presId="urn:microsoft.com/office/officeart/2005/8/layout/bList2"/>
    <dgm:cxn modelId="{91D12381-123A-4006-8CA6-31BA2E111DD4}" type="presOf" srcId="{99AC8768-673E-409D-8C42-7BFADAF27467}" destId="{3311179A-5A2D-449D-ACF3-565EDB0AB346}" srcOrd="0" destOrd="0" presId="urn:microsoft.com/office/officeart/2005/8/layout/bList2"/>
    <dgm:cxn modelId="{0AC32183-C74A-49AE-8C3A-40917748B696}" type="presOf" srcId="{DA934729-A96C-4C1E-9269-8E74435B071D}" destId="{83076B5B-65C6-496B-8465-3F1B895782F7}" srcOrd="0" destOrd="0" presId="urn:microsoft.com/office/officeart/2005/8/layout/bList2"/>
    <dgm:cxn modelId="{BE810988-BD54-453B-BC1A-385EA85B37C6}" srcId="{99AC8768-673E-409D-8C42-7BFADAF27467}" destId="{06616BA5-C250-401D-BAFD-7CD0397B15DF}" srcOrd="0" destOrd="0" parTransId="{F8F5E137-7A66-45FD-943D-E986FB0C5D73}" sibTransId="{14D6D91F-2AC7-4F80-B94F-677C2AA88BEB}"/>
    <dgm:cxn modelId="{982F5796-F05A-4FE0-8900-E67ED81ADB2A}" srcId="{0E7C3006-6F05-47BB-A079-9DEDE17511F4}" destId="{788A38EB-5395-43F6-8CC6-758CD77FABB7}" srcOrd="1" destOrd="0" parTransId="{27FDE01A-F75B-44F2-8025-48AE6216C0F7}" sibTransId="{9DA4354B-5E61-4D52-B15C-40CEABC391FE}"/>
    <dgm:cxn modelId="{D10D9F96-F77C-432F-937D-52F0F446B6E0}" srcId="{0E7C3006-6F05-47BB-A079-9DEDE17511F4}" destId="{F3EB59F6-EB19-4654-99BF-1AF94FEF1843}" srcOrd="0" destOrd="0" parTransId="{FB873C62-3F7E-46C2-9497-BC3BB8038EF6}" sibTransId="{275C6488-B6A2-4CE7-BF0C-71CEAD0E1471}"/>
    <dgm:cxn modelId="{23FF49A9-E5F2-4E9E-95E0-42BD146C9179}" type="presOf" srcId="{A715B3B2-7010-4759-8418-83E9B0042280}" destId="{C043453A-1142-4F43-A862-2F2F1DA2674D}" srcOrd="0" destOrd="0" presId="urn:microsoft.com/office/officeart/2005/8/layout/bList2"/>
    <dgm:cxn modelId="{A47E7CA9-5F56-4DC4-A8D1-5B3CE233794B}" type="presOf" srcId="{8FC68AEA-F54B-4063-B405-41322AB11161}" destId="{7D825FCC-DAE0-4E62-9700-3ED8315F5F50}" srcOrd="0" destOrd="0" presId="urn:microsoft.com/office/officeart/2005/8/layout/bList2"/>
    <dgm:cxn modelId="{CB0E05AF-ACB3-4604-AF02-F7220E0821FE}" type="presOf" srcId="{8FC68AEA-F54B-4063-B405-41322AB11161}" destId="{88FD014E-A076-4DC5-B613-06EDB035BBC5}" srcOrd="1" destOrd="0" presId="urn:microsoft.com/office/officeart/2005/8/layout/bList2"/>
    <dgm:cxn modelId="{8816ECBB-E97C-4B3B-9C26-A64AE7765675}" type="presOf" srcId="{0E7C3006-6F05-47BB-A079-9DEDE17511F4}" destId="{CDC4B945-085A-4EC3-A8B7-B9B2B154AF50}" srcOrd="0" destOrd="0" presId="urn:microsoft.com/office/officeart/2005/8/layout/bList2"/>
    <dgm:cxn modelId="{038486C3-E9C5-4443-ABBF-AF84A6F88C3F}" srcId="{233B58E8-7A48-4B66-9663-6C6E05FCA694}" destId="{99AC8768-673E-409D-8C42-7BFADAF27467}" srcOrd="2" destOrd="0" parTransId="{67E76F38-46DC-4409-A6AF-FC55AC75C79E}" sibTransId="{269532F2-B4A9-494D-9F47-B18402203FC9}"/>
    <dgm:cxn modelId="{E32E518A-6E36-45DA-9418-24951C27EC13}" type="presParOf" srcId="{67609B16-4368-451A-BEAA-1EFAF7E25CCF}" destId="{FC59CBB8-73F2-4FA8-9F6E-3C9697B90DE6}" srcOrd="0" destOrd="0" presId="urn:microsoft.com/office/officeart/2005/8/layout/bList2"/>
    <dgm:cxn modelId="{7C89A670-0CEC-4246-ADB4-6CC68F298E51}" type="presParOf" srcId="{FC59CBB8-73F2-4FA8-9F6E-3C9697B90DE6}" destId="{83076B5B-65C6-496B-8465-3F1B895782F7}" srcOrd="0" destOrd="0" presId="urn:microsoft.com/office/officeart/2005/8/layout/bList2"/>
    <dgm:cxn modelId="{DF1B3466-0888-44EC-B0BB-F2B208EE8698}" type="presParOf" srcId="{FC59CBB8-73F2-4FA8-9F6E-3C9697B90DE6}" destId="{7D825FCC-DAE0-4E62-9700-3ED8315F5F50}" srcOrd="1" destOrd="0" presId="urn:microsoft.com/office/officeart/2005/8/layout/bList2"/>
    <dgm:cxn modelId="{FD51395B-4F6F-4ADC-AE70-82206C90FBDE}" type="presParOf" srcId="{FC59CBB8-73F2-4FA8-9F6E-3C9697B90DE6}" destId="{88FD014E-A076-4DC5-B613-06EDB035BBC5}" srcOrd="2" destOrd="0" presId="urn:microsoft.com/office/officeart/2005/8/layout/bList2"/>
    <dgm:cxn modelId="{D9470985-5B0E-4420-AA03-974819FAC91F}" type="presParOf" srcId="{FC59CBB8-73F2-4FA8-9F6E-3C9697B90DE6}" destId="{C7E32A53-0CB4-4175-B5BE-1EF1E9F0F3D4}" srcOrd="3" destOrd="0" presId="urn:microsoft.com/office/officeart/2005/8/layout/bList2"/>
    <dgm:cxn modelId="{9440A822-39B6-4B7E-977E-08FD8BB97FA6}" type="presParOf" srcId="{67609B16-4368-451A-BEAA-1EFAF7E25CCF}" destId="{C043453A-1142-4F43-A862-2F2F1DA2674D}" srcOrd="1" destOrd="0" presId="urn:microsoft.com/office/officeart/2005/8/layout/bList2"/>
    <dgm:cxn modelId="{17B437DD-8740-4DD4-8F26-93E9C8F72C84}" type="presParOf" srcId="{67609B16-4368-451A-BEAA-1EFAF7E25CCF}" destId="{59C23E41-9382-4EAD-9D15-2AA3A3683C57}" srcOrd="2" destOrd="0" presId="urn:microsoft.com/office/officeart/2005/8/layout/bList2"/>
    <dgm:cxn modelId="{FDD523A3-B586-4126-ACA1-2BB371892ED4}" type="presParOf" srcId="{59C23E41-9382-4EAD-9D15-2AA3A3683C57}" destId="{F5390940-57BA-42ED-802A-3698E0B26AE0}" srcOrd="0" destOrd="0" presId="urn:microsoft.com/office/officeart/2005/8/layout/bList2"/>
    <dgm:cxn modelId="{E59CD4C1-1EEF-484D-BD70-99DFEBB96E21}" type="presParOf" srcId="{59C23E41-9382-4EAD-9D15-2AA3A3683C57}" destId="{CDC4B945-085A-4EC3-A8B7-B9B2B154AF50}" srcOrd="1" destOrd="0" presId="urn:microsoft.com/office/officeart/2005/8/layout/bList2"/>
    <dgm:cxn modelId="{F7C1E1DD-E62E-47B0-A027-09B2F15E823D}" type="presParOf" srcId="{59C23E41-9382-4EAD-9D15-2AA3A3683C57}" destId="{4AAD5A50-090D-408A-BBA7-AD8F8F4D56E6}" srcOrd="2" destOrd="0" presId="urn:microsoft.com/office/officeart/2005/8/layout/bList2"/>
    <dgm:cxn modelId="{F81DFF97-1DEA-4A90-A88F-17AAA2BE96C5}" type="presParOf" srcId="{59C23E41-9382-4EAD-9D15-2AA3A3683C57}" destId="{FEDA9CAC-BA9D-4F16-98BF-DBDB8888643E}" srcOrd="3" destOrd="0" presId="urn:microsoft.com/office/officeart/2005/8/layout/bList2"/>
    <dgm:cxn modelId="{F7D9C846-CFEF-40DC-981E-38DC91C5DF17}" type="presParOf" srcId="{67609B16-4368-451A-BEAA-1EFAF7E25CCF}" destId="{2F0ED4ED-9162-4FFF-810D-C546DEA5E055}" srcOrd="3" destOrd="0" presId="urn:microsoft.com/office/officeart/2005/8/layout/bList2"/>
    <dgm:cxn modelId="{0DAF8268-6240-4B8B-A3FD-C3CDFA4F90AD}" type="presParOf" srcId="{67609B16-4368-451A-BEAA-1EFAF7E25CCF}" destId="{63F01C90-2D86-4E11-8530-3DEB12E24D2A}" srcOrd="4" destOrd="0" presId="urn:microsoft.com/office/officeart/2005/8/layout/bList2"/>
    <dgm:cxn modelId="{3C4989FD-786C-4A2F-B333-71A760EB09A6}" type="presParOf" srcId="{63F01C90-2D86-4E11-8530-3DEB12E24D2A}" destId="{3CB4CC44-712B-49B7-84F6-8D76A00DDF23}" srcOrd="0" destOrd="0" presId="urn:microsoft.com/office/officeart/2005/8/layout/bList2"/>
    <dgm:cxn modelId="{53C86D1F-E92F-4108-B337-C59673F77988}" type="presParOf" srcId="{63F01C90-2D86-4E11-8530-3DEB12E24D2A}" destId="{3311179A-5A2D-449D-ACF3-565EDB0AB346}" srcOrd="1" destOrd="0" presId="urn:microsoft.com/office/officeart/2005/8/layout/bList2"/>
    <dgm:cxn modelId="{1BB45B9E-8703-44D1-AFC1-AB83DDF49BBE}" type="presParOf" srcId="{63F01C90-2D86-4E11-8530-3DEB12E24D2A}" destId="{1CE1C1DC-B0CB-4987-9E9C-9C35FA542EBD}" srcOrd="2" destOrd="0" presId="urn:microsoft.com/office/officeart/2005/8/layout/bList2"/>
    <dgm:cxn modelId="{B750853F-B3FF-4230-BF5F-614A2FA0277C}" type="presParOf" srcId="{63F01C90-2D86-4E11-8530-3DEB12E24D2A}" destId="{90FFF2BF-31D0-484C-8034-4B1627CD94CE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02A1C61-3217-45FB-82A9-444E51460155}" type="doc">
      <dgm:prSet loTypeId="urn:microsoft.com/office/officeart/2005/8/layout/process3" loCatId="process" qsTypeId="urn:microsoft.com/office/officeart/2005/8/quickstyle/simple1#5" qsCatId="simple" csTypeId="urn:microsoft.com/office/officeart/2005/8/colors/accent1_2#5" csCatId="accent1" phldr="1"/>
      <dgm:spPr/>
    </dgm:pt>
    <dgm:pt modelId="{33856130-2FD8-4881-8CF7-6F1431F5EB73}">
      <dgm:prSet phldrT="[Texto]"/>
      <dgm:spPr>
        <a:solidFill>
          <a:srgbClr val="0070C0"/>
        </a:solidFill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r>
            <a:rPr lang="es-MX" dirty="0"/>
            <a:t>Puede caminar el paciente?</a:t>
          </a:r>
        </a:p>
      </dgm:t>
    </dgm:pt>
    <dgm:pt modelId="{DC3653BA-96A0-453A-A255-3C1E930DF95A}" type="parTrans" cxnId="{BB977D84-F096-4474-931E-95CC40F579DA}">
      <dgm:prSet/>
      <dgm:spPr/>
      <dgm:t>
        <a:bodyPr/>
        <a:lstStyle/>
        <a:p>
          <a:endParaRPr lang="es-MX"/>
        </a:p>
      </dgm:t>
    </dgm:pt>
    <dgm:pt modelId="{06E07C48-70B9-4EC0-9609-02CE76BB260D}" type="sibTrans" cxnId="{BB977D84-F096-4474-931E-95CC40F579DA}">
      <dgm:prSet/>
      <dgm:spPr/>
      <dgm:t>
        <a:bodyPr/>
        <a:lstStyle/>
        <a:p>
          <a:endParaRPr lang="es-MX"/>
        </a:p>
      </dgm:t>
    </dgm:pt>
    <dgm:pt modelId="{BE008527-4645-4929-A97B-1AF5AAB004D5}">
      <dgm:prSet phldrT="[Texto]"/>
      <dgm:spPr>
        <a:solidFill>
          <a:srgbClr val="00B050"/>
        </a:solidFill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r>
            <a:rPr lang="es-MX" dirty="0"/>
            <a:t>SI</a:t>
          </a:r>
        </a:p>
      </dgm:t>
    </dgm:pt>
    <dgm:pt modelId="{26E3D0A5-BBCA-42A6-89D1-8C1E972E1953}" type="parTrans" cxnId="{6285F5E5-21E0-498F-8D61-8F6E37278E6B}">
      <dgm:prSet/>
      <dgm:spPr/>
      <dgm:t>
        <a:bodyPr/>
        <a:lstStyle/>
        <a:p>
          <a:endParaRPr lang="es-MX"/>
        </a:p>
      </dgm:t>
    </dgm:pt>
    <dgm:pt modelId="{52CB4915-BE33-457A-A37A-51FAFD381D95}" type="sibTrans" cxnId="{6285F5E5-21E0-498F-8D61-8F6E37278E6B}">
      <dgm:prSet/>
      <dgm:spPr/>
      <dgm:t>
        <a:bodyPr/>
        <a:lstStyle/>
        <a:p>
          <a:endParaRPr lang="es-MX"/>
        </a:p>
      </dgm:t>
    </dgm:pt>
    <dgm:pt modelId="{F3562F3E-9589-4357-ACCC-BE6B5DBF4CCB}">
      <dgm:prSet/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r>
            <a:rPr lang="es-MX" dirty="0"/>
            <a:t>Evaluación inicial en la escena</a:t>
          </a:r>
        </a:p>
      </dgm:t>
    </dgm:pt>
    <dgm:pt modelId="{33000278-4C6D-4889-9FC6-44941F91AB5B}" type="parTrans" cxnId="{289A78AA-7644-4E1E-AB16-3E28EAB705D3}">
      <dgm:prSet/>
      <dgm:spPr/>
      <dgm:t>
        <a:bodyPr/>
        <a:lstStyle/>
        <a:p>
          <a:endParaRPr lang="es-MX"/>
        </a:p>
      </dgm:t>
    </dgm:pt>
    <dgm:pt modelId="{DFC558C1-DA2F-4F86-A1EE-6615C71DA56C}" type="sibTrans" cxnId="{289A78AA-7644-4E1E-AB16-3E28EAB705D3}">
      <dgm:prSet/>
      <dgm:spPr/>
      <dgm:t>
        <a:bodyPr/>
        <a:lstStyle/>
        <a:p>
          <a:endParaRPr lang="es-MX"/>
        </a:p>
      </dgm:t>
    </dgm:pt>
    <dgm:pt modelId="{06511901-1B2A-4518-B421-74AAF607D17E}">
      <dgm:prSet/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r>
            <a:rPr lang="es-MX" dirty="0"/>
            <a:t>Código verde, últimos en ser trasladados.</a:t>
          </a:r>
        </a:p>
      </dgm:t>
    </dgm:pt>
    <dgm:pt modelId="{3C1B96D4-B851-4986-B6F5-C36B87A09521}" type="sibTrans" cxnId="{C07A922A-4AF8-484C-BC6A-691A82E7C742}">
      <dgm:prSet/>
      <dgm:spPr/>
      <dgm:t>
        <a:bodyPr/>
        <a:lstStyle/>
        <a:p>
          <a:endParaRPr lang="es-MX"/>
        </a:p>
      </dgm:t>
    </dgm:pt>
    <dgm:pt modelId="{FCAE398A-0C78-46CC-B5FE-21C2087A3403}" type="parTrans" cxnId="{C07A922A-4AF8-484C-BC6A-691A82E7C742}">
      <dgm:prSet/>
      <dgm:spPr/>
      <dgm:t>
        <a:bodyPr/>
        <a:lstStyle/>
        <a:p>
          <a:endParaRPr lang="es-MX"/>
        </a:p>
      </dgm:t>
    </dgm:pt>
    <dgm:pt modelId="{E2FF1444-3D5F-468F-9C22-739293A9CF8D}">
      <dgm:prSet phldrT="[Texto]"/>
      <dgm:spPr>
        <a:solidFill>
          <a:srgbClr val="00B050"/>
        </a:solidFill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r>
            <a:rPr lang="es-MX" dirty="0"/>
            <a:t>Moverlos a un área segura</a:t>
          </a:r>
        </a:p>
      </dgm:t>
    </dgm:pt>
    <dgm:pt modelId="{A4B12B18-1D5C-4C3D-B718-3D9B1CBD8004}" type="sibTrans" cxnId="{B7F8F173-32DD-4344-8CAD-DD77E22ED117}">
      <dgm:prSet/>
      <dgm:spPr/>
      <dgm:t>
        <a:bodyPr/>
        <a:lstStyle/>
        <a:p>
          <a:endParaRPr lang="es-MX"/>
        </a:p>
      </dgm:t>
    </dgm:pt>
    <dgm:pt modelId="{294E9F08-F584-42E1-A62F-F18A51716242}" type="parTrans" cxnId="{B7F8F173-32DD-4344-8CAD-DD77E22ED117}">
      <dgm:prSet/>
      <dgm:spPr/>
      <dgm:t>
        <a:bodyPr/>
        <a:lstStyle/>
        <a:p>
          <a:endParaRPr lang="es-MX"/>
        </a:p>
      </dgm:t>
    </dgm:pt>
    <dgm:pt modelId="{96C93CDA-F2C5-48AA-B3FE-DB48625E3BB0}">
      <dgm:prSet/>
      <dgm:spPr>
        <a:ln>
          <a:noFill/>
        </a:ln>
        <a:effectLst>
          <a:outerShdw blurRad="107950" dist="12700" dir="5400000" algn="ctr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gm:spPr>
      <dgm:t>
        <a:bodyPr/>
        <a:lstStyle/>
        <a:p>
          <a:r>
            <a:rPr lang="es-MX" dirty="0"/>
            <a:t>Sirven de apoyo y para cuidar de otros pacientes</a:t>
          </a:r>
        </a:p>
      </dgm:t>
    </dgm:pt>
    <dgm:pt modelId="{213BBC3B-4442-4387-B8EC-69C5C846D1D0}" type="parTrans" cxnId="{D25ECDF8-4538-47A7-B753-100DD7C94681}">
      <dgm:prSet/>
      <dgm:spPr/>
      <dgm:t>
        <a:bodyPr/>
        <a:lstStyle/>
        <a:p>
          <a:endParaRPr lang="es-MX"/>
        </a:p>
      </dgm:t>
    </dgm:pt>
    <dgm:pt modelId="{841A5093-C0C3-4F20-AEAE-3A48C5F863E2}" type="sibTrans" cxnId="{D25ECDF8-4538-47A7-B753-100DD7C94681}">
      <dgm:prSet/>
      <dgm:spPr/>
      <dgm:t>
        <a:bodyPr/>
        <a:lstStyle/>
        <a:p>
          <a:endParaRPr lang="es-MX"/>
        </a:p>
      </dgm:t>
    </dgm:pt>
    <dgm:pt modelId="{0A2D4F75-93B6-4FA3-B1A0-327A9DA577A0}" type="pres">
      <dgm:prSet presAssocID="{802A1C61-3217-45FB-82A9-444E51460155}" presName="linearFlow" presStyleCnt="0">
        <dgm:presLayoutVars>
          <dgm:dir/>
          <dgm:animLvl val="lvl"/>
          <dgm:resizeHandles val="exact"/>
        </dgm:presLayoutVars>
      </dgm:prSet>
      <dgm:spPr/>
    </dgm:pt>
    <dgm:pt modelId="{451957ED-A946-46F0-98FE-50556D79D08A}" type="pres">
      <dgm:prSet presAssocID="{33856130-2FD8-4881-8CF7-6F1431F5EB73}" presName="composite" presStyleCnt="0"/>
      <dgm:spPr/>
    </dgm:pt>
    <dgm:pt modelId="{16EE8784-B2D5-4C57-8739-42BB75C49CFD}" type="pres">
      <dgm:prSet presAssocID="{33856130-2FD8-4881-8CF7-6F1431F5EB73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628B47FF-6ACC-43BD-B824-DD9C70797BAC}" type="pres">
      <dgm:prSet presAssocID="{33856130-2FD8-4881-8CF7-6F1431F5EB73}" presName="parSh" presStyleLbl="node1" presStyleIdx="0" presStyleCnt="3"/>
      <dgm:spPr/>
    </dgm:pt>
    <dgm:pt modelId="{19CB6C1B-1C96-4F8C-BFE5-1F903D831222}" type="pres">
      <dgm:prSet presAssocID="{33856130-2FD8-4881-8CF7-6F1431F5EB73}" presName="desTx" presStyleLbl="fgAcc1" presStyleIdx="0" presStyleCnt="3">
        <dgm:presLayoutVars>
          <dgm:bulletEnabled val="1"/>
        </dgm:presLayoutVars>
      </dgm:prSet>
      <dgm:spPr/>
    </dgm:pt>
    <dgm:pt modelId="{C0A24CBA-6610-4FF8-AD18-16B744B98B6D}" type="pres">
      <dgm:prSet presAssocID="{06E07C48-70B9-4EC0-9609-02CE76BB260D}" presName="sibTrans" presStyleLbl="sibTrans2D1" presStyleIdx="0" presStyleCnt="2"/>
      <dgm:spPr/>
    </dgm:pt>
    <dgm:pt modelId="{C486F798-CDE6-483D-B818-47D5FF794444}" type="pres">
      <dgm:prSet presAssocID="{06E07C48-70B9-4EC0-9609-02CE76BB260D}" presName="connTx" presStyleLbl="sibTrans2D1" presStyleIdx="0" presStyleCnt="2"/>
      <dgm:spPr/>
    </dgm:pt>
    <dgm:pt modelId="{CEA253CE-20C5-460A-8A9F-460D80281060}" type="pres">
      <dgm:prSet presAssocID="{BE008527-4645-4929-A97B-1AF5AAB004D5}" presName="composite" presStyleCnt="0"/>
      <dgm:spPr/>
    </dgm:pt>
    <dgm:pt modelId="{2964DA26-A3DB-428E-B372-EE330205605F}" type="pres">
      <dgm:prSet presAssocID="{BE008527-4645-4929-A97B-1AF5AAB004D5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D053D7D3-FEB9-4212-848C-AF67F751AE23}" type="pres">
      <dgm:prSet presAssocID="{BE008527-4645-4929-A97B-1AF5AAB004D5}" presName="parSh" presStyleLbl="node1" presStyleIdx="1" presStyleCnt="3"/>
      <dgm:spPr/>
    </dgm:pt>
    <dgm:pt modelId="{89D0B2A5-D727-4EEE-A037-ADD3EFF9FFC4}" type="pres">
      <dgm:prSet presAssocID="{BE008527-4645-4929-A97B-1AF5AAB004D5}" presName="desTx" presStyleLbl="fgAcc1" presStyleIdx="1" presStyleCnt="3">
        <dgm:presLayoutVars>
          <dgm:bulletEnabled val="1"/>
        </dgm:presLayoutVars>
      </dgm:prSet>
      <dgm:spPr/>
    </dgm:pt>
    <dgm:pt modelId="{53F919DF-ED20-4254-849B-22CFB6111E5C}" type="pres">
      <dgm:prSet presAssocID="{52CB4915-BE33-457A-A37A-51FAFD381D95}" presName="sibTrans" presStyleLbl="sibTrans2D1" presStyleIdx="1" presStyleCnt="2"/>
      <dgm:spPr/>
    </dgm:pt>
    <dgm:pt modelId="{0DF4F074-EE01-45D9-BF20-CA30EE68E372}" type="pres">
      <dgm:prSet presAssocID="{52CB4915-BE33-457A-A37A-51FAFD381D95}" presName="connTx" presStyleLbl="sibTrans2D1" presStyleIdx="1" presStyleCnt="2"/>
      <dgm:spPr/>
    </dgm:pt>
    <dgm:pt modelId="{464401C0-8FB9-429E-A2BC-92DC440D965A}" type="pres">
      <dgm:prSet presAssocID="{E2FF1444-3D5F-468F-9C22-739293A9CF8D}" presName="composite" presStyleCnt="0"/>
      <dgm:spPr/>
    </dgm:pt>
    <dgm:pt modelId="{3BBC7638-58DC-4AA4-A2B8-08B50CD75A8D}" type="pres">
      <dgm:prSet presAssocID="{E2FF1444-3D5F-468F-9C22-739293A9CF8D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2F37EF6-3C23-4929-B626-F8286DCA9643}" type="pres">
      <dgm:prSet presAssocID="{E2FF1444-3D5F-468F-9C22-739293A9CF8D}" presName="parSh" presStyleLbl="node1" presStyleIdx="2" presStyleCnt="3"/>
      <dgm:spPr/>
    </dgm:pt>
    <dgm:pt modelId="{F13648E0-5891-490B-B195-98E10983E529}" type="pres">
      <dgm:prSet presAssocID="{E2FF1444-3D5F-468F-9C22-739293A9CF8D}" presName="desTx" presStyleLbl="fgAcc1" presStyleIdx="2" presStyleCnt="3">
        <dgm:presLayoutVars>
          <dgm:bulletEnabled val="1"/>
        </dgm:presLayoutVars>
      </dgm:prSet>
      <dgm:spPr/>
    </dgm:pt>
  </dgm:ptLst>
  <dgm:cxnLst>
    <dgm:cxn modelId="{2EED3D24-F7B6-4613-A4C7-C5A304972E14}" type="presOf" srcId="{802A1C61-3217-45FB-82A9-444E51460155}" destId="{0A2D4F75-93B6-4FA3-B1A0-327A9DA577A0}" srcOrd="0" destOrd="0" presId="urn:microsoft.com/office/officeart/2005/8/layout/process3"/>
    <dgm:cxn modelId="{49AFA427-AF7A-4691-B67F-88380931ED83}" type="presOf" srcId="{E2FF1444-3D5F-468F-9C22-739293A9CF8D}" destId="{3BBC7638-58DC-4AA4-A2B8-08B50CD75A8D}" srcOrd="0" destOrd="0" presId="urn:microsoft.com/office/officeart/2005/8/layout/process3"/>
    <dgm:cxn modelId="{C07A922A-4AF8-484C-BC6A-691A82E7C742}" srcId="{BE008527-4645-4929-A97B-1AF5AAB004D5}" destId="{06511901-1B2A-4518-B421-74AAF607D17E}" srcOrd="0" destOrd="0" parTransId="{FCAE398A-0C78-46CC-B5FE-21C2087A3403}" sibTransId="{3C1B96D4-B851-4986-B6F5-C36B87A09521}"/>
    <dgm:cxn modelId="{318A9F2F-D221-4AEB-90DE-0B31B9BD2E46}" type="presOf" srcId="{F3562F3E-9589-4357-ACCC-BE6B5DBF4CCB}" destId="{19CB6C1B-1C96-4F8C-BFE5-1F903D831222}" srcOrd="0" destOrd="0" presId="urn:microsoft.com/office/officeart/2005/8/layout/process3"/>
    <dgm:cxn modelId="{F6405533-1CCD-4042-A10B-E4C5BBDBB5B0}" type="presOf" srcId="{33856130-2FD8-4881-8CF7-6F1431F5EB73}" destId="{16EE8784-B2D5-4C57-8739-42BB75C49CFD}" srcOrd="0" destOrd="0" presId="urn:microsoft.com/office/officeart/2005/8/layout/process3"/>
    <dgm:cxn modelId="{AC8BF65C-5749-4E38-AE71-6679B2EDA7C2}" type="presOf" srcId="{BE008527-4645-4929-A97B-1AF5AAB004D5}" destId="{D053D7D3-FEB9-4212-848C-AF67F751AE23}" srcOrd="1" destOrd="0" presId="urn:microsoft.com/office/officeart/2005/8/layout/process3"/>
    <dgm:cxn modelId="{B7F8F173-32DD-4344-8CAD-DD77E22ED117}" srcId="{802A1C61-3217-45FB-82A9-444E51460155}" destId="{E2FF1444-3D5F-468F-9C22-739293A9CF8D}" srcOrd="2" destOrd="0" parTransId="{294E9F08-F584-42E1-A62F-F18A51716242}" sibTransId="{A4B12B18-1D5C-4C3D-B718-3D9B1CBD8004}"/>
    <dgm:cxn modelId="{AB47E974-B1D8-4644-B612-19399A444924}" type="presOf" srcId="{BE008527-4645-4929-A97B-1AF5AAB004D5}" destId="{2964DA26-A3DB-428E-B372-EE330205605F}" srcOrd="0" destOrd="0" presId="urn:microsoft.com/office/officeart/2005/8/layout/process3"/>
    <dgm:cxn modelId="{DA25F682-3D37-44C0-926A-32CECFDDF3F7}" type="presOf" srcId="{06E07C48-70B9-4EC0-9609-02CE76BB260D}" destId="{C0A24CBA-6610-4FF8-AD18-16B744B98B6D}" srcOrd="0" destOrd="0" presId="urn:microsoft.com/office/officeart/2005/8/layout/process3"/>
    <dgm:cxn modelId="{BB977D84-F096-4474-931E-95CC40F579DA}" srcId="{802A1C61-3217-45FB-82A9-444E51460155}" destId="{33856130-2FD8-4881-8CF7-6F1431F5EB73}" srcOrd="0" destOrd="0" parTransId="{DC3653BA-96A0-453A-A255-3C1E930DF95A}" sibTransId="{06E07C48-70B9-4EC0-9609-02CE76BB260D}"/>
    <dgm:cxn modelId="{BCFEB08A-071F-4211-9EBD-F6742AC249AC}" type="presOf" srcId="{52CB4915-BE33-457A-A37A-51FAFD381D95}" destId="{0DF4F074-EE01-45D9-BF20-CA30EE68E372}" srcOrd="1" destOrd="0" presId="urn:microsoft.com/office/officeart/2005/8/layout/process3"/>
    <dgm:cxn modelId="{3E6EC48B-4348-4F94-A598-C89B773EF832}" type="presOf" srcId="{33856130-2FD8-4881-8CF7-6F1431F5EB73}" destId="{628B47FF-6ACC-43BD-B824-DD9C70797BAC}" srcOrd="1" destOrd="0" presId="urn:microsoft.com/office/officeart/2005/8/layout/process3"/>
    <dgm:cxn modelId="{0F37DE8F-F872-4B42-9314-A012FD9DA8D6}" type="presOf" srcId="{06E07C48-70B9-4EC0-9609-02CE76BB260D}" destId="{C486F798-CDE6-483D-B818-47D5FF794444}" srcOrd="1" destOrd="0" presId="urn:microsoft.com/office/officeart/2005/8/layout/process3"/>
    <dgm:cxn modelId="{317C419E-B377-4DC9-A17A-09654978E26C}" type="presOf" srcId="{06511901-1B2A-4518-B421-74AAF607D17E}" destId="{89D0B2A5-D727-4EEE-A037-ADD3EFF9FFC4}" srcOrd="0" destOrd="0" presId="urn:microsoft.com/office/officeart/2005/8/layout/process3"/>
    <dgm:cxn modelId="{289A78AA-7644-4E1E-AB16-3E28EAB705D3}" srcId="{33856130-2FD8-4881-8CF7-6F1431F5EB73}" destId="{F3562F3E-9589-4357-ACCC-BE6B5DBF4CCB}" srcOrd="0" destOrd="0" parTransId="{33000278-4C6D-4889-9FC6-44941F91AB5B}" sibTransId="{DFC558C1-DA2F-4F86-A1EE-6615C71DA56C}"/>
    <dgm:cxn modelId="{CC129EAF-DAC6-4FC2-B548-E32B0B7BCF3F}" type="presOf" srcId="{E2FF1444-3D5F-468F-9C22-739293A9CF8D}" destId="{B2F37EF6-3C23-4929-B626-F8286DCA9643}" srcOrd="1" destOrd="0" presId="urn:microsoft.com/office/officeart/2005/8/layout/process3"/>
    <dgm:cxn modelId="{01403BC6-C018-4823-8006-932453541645}" type="presOf" srcId="{96C93CDA-F2C5-48AA-B3FE-DB48625E3BB0}" destId="{F13648E0-5891-490B-B195-98E10983E529}" srcOrd="0" destOrd="0" presId="urn:microsoft.com/office/officeart/2005/8/layout/process3"/>
    <dgm:cxn modelId="{9DA1CAE1-78E5-45BB-96BD-3923D703F341}" type="presOf" srcId="{52CB4915-BE33-457A-A37A-51FAFD381D95}" destId="{53F919DF-ED20-4254-849B-22CFB6111E5C}" srcOrd="0" destOrd="0" presId="urn:microsoft.com/office/officeart/2005/8/layout/process3"/>
    <dgm:cxn modelId="{6285F5E5-21E0-498F-8D61-8F6E37278E6B}" srcId="{802A1C61-3217-45FB-82A9-444E51460155}" destId="{BE008527-4645-4929-A97B-1AF5AAB004D5}" srcOrd="1" destOrd="0" parTransId="{26E3D0A5-BBCA-42A6-89D1-8C1E972E1953}" sibTransId="{52CB4915-BE33-457A-A37A-51FAFD381D95}"/>
    <dgm:cxn modelId="{D25ECDF8-4538-47A7-B753-100DD7C94681}" srcId="{E2FF1444-3D5F-468F-9C22-739293A9CF8D}" destId="{96C93CDA-F2C5-48AA-B3FE-DB48625E3BB0}" srcOrd="0" destOrd="0" parTransId="{213BBC3B-4442-4387-B8EC-69C5C846D1D0}" sibTransId="{841A5093-C0C3-4F20-AEAE-3A48C5F863E2}"/>
    <dgm:cxn modelId="{C5AA8B95-DFCA-49B8-8A9F-804D26F1930D}" type="presParOf" srcId="{0A2D4F75-93B6-4FA3-B1A0-327A9DA577A0}" destId="{451957ED-A946-46F0-98FE-50556D79D08A}" srcOrd="0" destOrd="0" presId="urn:microsoft.com/office/officeart/2005/8/layout/process3"/>
    <dgm:cxn modelId="{C528C36E-D3F1-4DB9-8676-E5033372DD80}" type="presParOf" srcId="{451957ED-A946-46F0-98FE-50556D79D08A}" destId="{16EE8784-B2D5-4C57-8739-42BB75C49CFD}" srcOrd="0" destOrd="0" presId="urn:microsoft.com/office/officeart/2005/8/layout/process3"/>
    <dgm:cxn modelId="{3CFF8F3F-6C2E-4B3C-BA2B-6CD34785DDE5}" type="presParOf" srcId="{451957ED-A946-46F0-98FE-50556D79D08A}" destId="{628B47FF-6ACC-43BD-B824-DD9C70797BAC}" srcOrd="1" destOrd="0" presId="urn:microsoft.com/office/officeart/2005/8/layout/process3"/>
    <dgm:cxn modelId="{3E9636A3-397A-4CBD-9546-230688CB1A0C}" type="presParOf" srcId="{451957ED-A946-46F0-98FE-50556D79D08A}" destId="{19CB6C1B-1C96-4F8C-BFE5-1F903D831222}" srcOrd="2" destOrd="0" presId="urn:microsoft.com/office/officeart/2005/8/layout/process3"/>
    <dgm:cxn modelId="{B0E2C7F0-2FEF-4F38-B202-F9FB925A7988}" type="presParOf" srcId="{0A2D4F75-93B6-4FA3-B1A0-327A9DA577A0}" destId="{C0A24CBA-6610-4FF8-AD18-16B744B98B6D}" srcOrd="1" destOrd="0" presId="urn:microsoft.com/office/officeart/2005/8/layout/process3"/>
    <dgm:cxn modelId="{5CFA6701-A774-4DA5-8F69-66BAC913F18A}" type="presParOf" srcId="{C0A24CBA-6610-4FF8-AD18-16B744B98B6D}" destId="{C486F798-CDE6-483D-B818-47D5FF794444}" srcOrd="0" destOrd="0" presId="urn:microsoft.com/office/officeart/2005/8/layout/process3"/>
    <dgm:cxn modelId="{03CB535A-F3CD-469A-B4B3-76B03EE97D9E}" type="presParOf" srcId="{0A2D4F75-93B6-4FA3-B1A0-327A9DA577A0}" destId="{CEA253CE-20C5-460A-8A9F-460D80281060}" srcOrd="2" destOrd="0" presId="urn:microsoft.com/office/officeart/2005/8/layout/process3"/>
    <dgm:cxn modelId="{80DCD9B5-FCB9-4D6F-82A0-62759E7CE452}" type="presParOf" srcId="{CEA253CE-20C5-460A-8A9F-460D80281060}" destId="{2964DA26-A3DB-428E-B372-EE330205605F}" srcOrd="0" destOrd="0" presId="urn:microsoft.com/office/officeart/2005/8/layout/process3"/>
    <dgm:cxn modelId="{7C99880C-533E-4852-A459-83ABE45B6825}" type="presParOf" srcId="{CEA253CE-20C5-460A-8A9F-460D80281060}" destId="{D053D7D3-FEB9-4212-848C-AF67F751AE23}" srcOrd="1" destOrd="0" presId="urn:microsoft.com/office/officeart/2005/8/layout/process3"/>
    <dgm:cxn modelId="{3040CF83-228C-4161-BC71-DEDC24AFF44A}" type="presParOf" srcId="{CEA253CE-20C5-460A-8A9F-460D80281060}" destId="{89D0B2A5-D727-4EEE-A037-ADD3EFF9FFC4}" srcOrd="2" destOrd="0" presId="urn:microsoft.com/office/officeart/2005/8/layout/process3"/>
    <dgm:cxn modelId="{9709E221-0B11-41B0-97B0-710370C1EFD4}" type="presParOf" srcId="{0A2D4F75-93B6-4FA3-B1A0-327A9DA577A0}" destId="{53F919DF-ED20-4254-849B-22CFB6111E5C}" srcOrd="3" destOrd="0" presId="urn:microsoft.com/office/officeart/2005/8/layout/process3"/>
    <dgm:cxn modelId="{2730BBDF-97B9-4196-8682-AFD11D60D256}" type="presParOf" srcId="{53F919DF-ED20-4254-849B-22CFB6111E5C}" destId="{0DF4F074-EE01-45D9-BF20-CA30EE68E372}" srcOrd="0" destOrd="0" presId="urn:microsoft.com/office/officeart/2005/8/layout/process3"/>
    <dgm:cxn modelId="{AD6E5568-EFED-409A-93C4-D42F307D55AA}" type="presParOf" srcId="{0A2D4F75-93B6-4FA3-B1A0-327A9DA577A0}" destId="{464401C0-8FB9-429E-A2BC-92DC440D965A}" srcOrd="4" destOrd="0" presId="urn:microsoft.com/office/officeart/2005/8/layout/process3"/>
    <dgm:cxn modelId="{069F13BD-677A-40E1-AFEA-78D96CA64313}" type="presParOf" srcId="{464401C0-8FB9-429E-A2BC-92DC440D965A}" destId="{3BBC7638-58DC-4AA4-A2B8-08B50CD75A8D}" srcOrd="0" destOrd="0" presId="urn:microsoft.com/office/officeart/2005/8/layout/process3"/>
    <dgm:cxn modelId="{38FF14EF-CF0F-4B0A-A52F-97909F9A80AC}" type="presParOf" srcId="{464401C0-8FB9-429E-A2BC-92DC440D965A}" destId="{B2F37EF6-3C23-4929-B626-F8286DCA9643}" srcOrd="1" destOrd="0" presId="urn:microsoft.com/office/officeart/2005/8/layout/process3"/>
    <dgm:cxn modelId="{47044363-FB8A-4DAA-A38A-5149DB1594AB}" type="presParOf" srcId="{464401C0-8FB9-429E-A2BC-92DC440D965A}" destId="{F13648E0-5891-490B-B195-98E10983E529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E66E61A-47FD-4BC1-9D00-2806DB05394E}" type="doc">
      <dgm:prSet loTypeId="urn:microsoft.com/office/officeart/2009/3/layout/PhasedProcess" loCatId="process" qsTypeId="urn:microsoft.com/office/officeart/2005/8/quickstyle/simple1#6" qsCatId="simple" csTypeId="urn:microsoft.com/office/officeart/2005/8/colors/accent1_2#6" csCatId="accent1" phldr="1"/>
      <dgm:spPr/>
      <dgm:t>
        <a:bodyPr/>
        <a:lstStyle/>
        <a:p>
          <a:endParaRPr lang="es-MX"/>
        </a:p>
      </dgm:t>
    </dgm:pt>
    <dgm:pt modelId="{6A4A5CB0-A80A-4B1E-B6D7-568A14CF7371}">
      <dgm:prSet phldrT="[Texto]"/>
      <dgm:spPr/>
      <dgm:t>
        <a:bodyPr/>
        <a:lstStyle/>
        <a:p>
          <a:r>
            <a:rPr lang="es-MX" dirty="0"/>
            <a:t>INMEDIATO</a:t>
          </a:r>
        </a:p>
      </dgm:t>
    </dgm:pt>
    <dgm:pt modelId="{0C6D7E50-9C17-4244-B6D3-961F5D294CAF}" type="parTrans" cxnId="{04FE91BC-28BA-4FAF-B1FB-4101836FCFD0}">
      <dgm:prSet/>
      <dgm:spPr/>
      <dgm:t>
        <a:bodyPr/>
        <a:lstStyle/>
        <a:p>
          <a:endParaRPr lang="es-MX"/>
        </a:p>
      </dgm:t>
    </dgm:pt>
    <dgm:pt modelId="{EA1D464E-378E-4688-A78C-9155199A7D39}" type="sibTrans" cxnId="{04FE91BC-28BA-4FAF-B1FB-4101836FCFD0}">
      <dgm:prSet/>
      <dgm:spPr/>
      <dgm:t>
        <a:bodyPr/>
        <a:lstStyle/>
        <a:p>
          <a:endParaRPr lang="es-MX"/>
        </a:p>
      </dgm:t>
    </dgm:pt>
    <dgm:pt modelId="{5A97189D-9EB1-4FD7-AA04-084037D8DBB8}">
      <dgm:prSet phldrT="[Texto]"/>
      <dgm:spPr/>
      <dgm:t>
        <a:bodyPr/>
        <a:lstStyle/>
        <a:p>
          <a:r>
            <a:rPr lang="es-MX" dirty="0"/>
            <a:t>CONTROL DE HEMORRAGIAS?</a:t>
          </a:r>
        </a:p>
      </dgm:t>
    </dgm:pt>
    <dgm:pt modelId="{656F0633-3831-4499-ACC7-1AB793E2BDA9}" type="parTrans" cxnId="{8BA3363F-1CF2-4DC5-B16D-7D85B3AD70F4}">
      <dgm:prSet/>
      <dgm:spPr/>
      <dgm:t>
        <a:bodyPr/>
        <a:lstStyle/>
        <a:p>
          <a:endParaRPr lang="es-MX"/>
        </a:p>
      </dgm:t>
    </dgm:pt>
    <dgm:pt modelId="{E7AAC2A6-5DCE-41CE-A4DD-E6E8C0E3D997}" type="sibTrans" cxnId="{8BA3363F-1CF2-4DC5-B16D-7D85B3AD70F4}">
      <dgm:prSet/>
      <dgm:spPr/>
      <dgm:t>
        <a:bodyPr/>
        <a:lstStyle/>
        <a:p>
          <a:endParaRPr lang="es-MX"/>
        </a:p>
      </dgm:t>
    </dgm:pt>
    <dgm:pt modelId="{0A1D51BA-B386-49D0-BE56-1B73F09B542E}">
      <dgm:prSet phldrT="[Texto]" custT="1"/>
      <dgm:spPr/>
      <dgm:t>
        <a:bodyPr/>
        <a:lstStyle/>
        <a:p>
          <a:pPr algn="l"/>
          <a:r>
            <a:rPr lang="es-MX" sz="1600" dirty="0">
              <a:latin typeface="Arial" panose="020B0604020202020204" pitchFamily="34" charset="0"/>
              <a:cs typeface="Arial" panose="020B0604020202020204" pitchFamily="34" charset="0"/>
            </a:rPr>
            <a:t>LLENADO CAPILAR</a:t>
          </a:r>
        </a:p>
      </dgm:t>
    </dgm:pt>
    <dgm:pt modelId="{728123EA-3E5D-4B2B-964A-27CEE35079C1}" type="parTrans" cxnId="{C41EE311-3BC3-412F-9499-96291A3E6513}">
      <dgm:prSet/>
      <dgm:spPr/>
      <dgm:t>
        <a:bodyPr/>
        <a:lstStyle/>
        <a:p>
          <a:endParaRPr lang="es-MX"/>
        </a:p>
      </dgm:t>
    </dgm:pt>
    <dgm:pt modelId="{38E5F738-FFDA-4F75-BE91-D1E467D89E2C}" type="sibTrans" cxnId="{C41EE311-3BC3-412F-9499-96291A3E6513}">
      <dgm:prSet/>
      <dgm:spPr/>
      <dgm:t>
        <a:bodyPr/>
        <a:lstStyle/>
        <a:p>
          <a:endParaRPr lang="es-MX"/>
        </a:p>
      </dgm:t>
    </dgm:pt>
    <dgm:pt modelId="{46D7F8A1-73AE-4BC9-84EE-F828D5A38642}">
      <dgm:prSet phldrT="[Texto]" custT="1"/>
      <dgm:spPr/>
      <dgm:t>
        <a:bodyPr/>
        <a:lstStyle/>
        <a:p>
          <a:r>
            <a:rPr lang="es-MX" sz="1800" dirty="0">
              <a:latin typeface="Arial" panose="020B0604020202020204" pitchFamily="34" charset="0"/>
              <a:cs typeface="Arial" panose="020B0604020202020204" pitchFamily="34" charset="0"/>
            </a:rPr>
            <a:t>AUSENTE</a:t>
          </a:r>
        </a:p>
      </dgm:t>
    </dgm:pt>
    <dgm:pt modelId="{6FC99FA5-102D-43F9-9499-0D968028D7EA}" type="parTrans" cxnId="{6CA1EA1C-DB3E-462A-B1E9-44A77D660063}">
      <dgm:prSet/>
      <dgm:spPr/>
      <dgm:t>
        <a:bodyPr/>
        <a:lstStyle/>
        <a:p>
          <a:endParaRPr lang="es-MX"/>
        </a:p>
      </dgm:t>
    </dgm:pt>
    <dgm:pt modelId="{B959F3AB-4459-4281-A2F1-C1A4448D4E56}" type="sibTrans" cxnId="{6CA1EA1C-DB3E-462A-B1E9-44A77D660063}">
      <dgm:prSet/>
      <dgm:spPr/>
      <dgm:t>
        <a:bodyPr/>
        <a:lstStyle/>
        <a:p>
          <a:endParaRPr lang="es-MX"/>
        </a:p>
      </dgm:t>
    </dgm:pt>
    <dgm:pt modelId="{6FD566F1-3DD1-48E7-98E4-F35C8243EAE6}">
      <dgm:prSet phldrT="[Texto]" custT="1"/>
      <dgm:spPr/>
      <dgm:t>
        <a:bodyPr/>
        <a:lstStyle/>
        <a:p>
          <a:pPr marL="0" marR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s-MX" sz="1400" dirty="0">
              <a:latin typeface="Arial" panose="020B0604020202020204" pitchFamily="34" charset="0"/>
              <a:cs typeface="Arial" panose="020B0604020202020204" pitchFamily="34" charset="0"/>
            </a:rPr>
            <a:t>COMPRUEBE CIRCULACION</a:t>
          </a:r>
        </a:p>
      </dgm:t>
    </dgm:pt>
    <dgm:pt modelId="{E9B0C98F-B009-41B4-B522-058F35D421E2}" type="sibTrans" cxnId="{C7DA93D8-A963-43A3-A334-C8DFA6BB5990}">
      <dgm:prSet/>
      <dgm:spPr/>
      <dgm:t>
        <a:bodyPr/>
        <a:lstStyle/>
        <a:p>
          <a:endParaRPr lang="es-MX"/>
        </a:p>
      </dgm:t>
    </dgm:pt>
    <dgm:pt modelId="{E5FEFA21-A52B-472A-AF1F-9C68788F1E11}" type="parTrans" cxnId="{C7DA93D8-A963-43A3-A334-C8DFA6BB5990}">
      <dgm:prSet/>
      <dgm:spPr/>
      <dgm:t>
        <a:bodyPr/>
        <a:lstStyle/>
        <a:p>
          <a:endParaRPr lang="es-MX"/>
        </a:p>
      </dgm:t>
    </dgm:pt>
    <dgm:pt modelId="{961A443C-8CA1-46D9-91E9-D194156F4DE1}">
      <dgm:prSet phldrT="[Texto]" custT="1"/>
      <dgm:spPr>
        <a:solidFill>
          <a:schemeClr val="accent1"/>
        </a:solidFill>
      </dgm:spPr>
      <dgm:t>
        <a:bodyPr/>
        <a:lstStyle/>
        <a:p>
          <a:r>
            <a:rPr lang="es-MX" sz="2800" dirty="0">
              <a:latin typeface="Arial" panose="020B0604020202020204" pitchFamily="34" charset="0"/>
              <a:cs typeface="Arial" panose="020B0604020202020204" pitchFamily="34" charset="0"/>
            </a:rPr>
            <a:t>PULSO RADIAL</a:t>
          </a:r>
        </a:p>
      </dgm:t>
    </dgm:pt>
    <dgm:pt modelId="{A0313FBD-70DF-4BB8-890C-2DCE8D0E0184}" type="sibTrans" cxnId="{5CDB69A9-CA8F-4EE8-869A-E5633B95D93A}">
      <dgm:prSet/>
      <dgm:spPr/>
      <dgm:t>
        <a:bodyPr/>
        <a:lstStyle/>
        <a:p>
          <a:endParaRPr lang="es-MX"/>
        </a:p>
      </dgm:t>
    </dgm:pt>
    <dgm:pt modelId="{431D670F-0953-49B3-828F-E9E3B3882668}" type="parTrans" cxnId="{5CDB69A9-CA8F-4EE8-869A-E5633B95D93A}">
      <dgm:prSet/>
      <dgm:spPr/>
      <dgm:t>
        <a:bodyPr/>
        <a:lstStyle/>
        <a:p>
          <a:endParaRPr lang="es-MX"/>
        </a:p>
      </dgm:t>
    </dgm:pt>
    <dgm:pt modelId="{9D3763DB-37F9-4938-B529-B13239189A06}">
      <dgm:prSet phldrT="[Texto]"/>
      <dgm:spPr>
        <a:solidFill>
          <a:srgbClr val="0070C0"/>
        </a:solidFill>
      </dgm:spPr>
      <dgm:t>
        <a:bodyPr/>
        <a:lstStyle/>
        <a:p>
          <a:r>
            <a:rPr lang="es-MX" dirty="0"/>
            <a:t>COMPROBAR ESTADO DE CONCIENCIA</a:t>
          </a:r>
        </a:p>
      </dgm:t>
    </dgm:pt>
    <dgm:pt modelId="{68EA271E-65E4-4EF9-858C-EF94B55B0611}" type="sibTrans" cxnId="{D27BD675-8B51-492C-B22D-D8A3E0B89A9A}">
      <dgm:prSet/>
      <dgm:spPr/>
      <dgm:t>
        <a:bodyPr/>
        <a:lstStyle/>
        <a:p>
          <a:endParaRPr lang="es-MX"/>
        </a:p>
      </dgm:t>
    </dgm:pt>
    <dgm:pt modelId="{1C5E7679-3347-442E-B24B-C7AB31EEE37F}" type="parTrans" cxnId="{D27BD675-8B51-492C-B22D-D8A3E0B89A9A}">
      <dgm:prSet/>
      <dgm:spPr/>
      <dgm:t>
        <a:bodyPr/>
        <a:lstStyle/>
        <a:p>
          <a:endParaRPr lang="es-MX"/>
        </a:p>
      </dgm:t>
    </dgm:pt>
    <dgm:pt modelId="{4CDF014E-2B57-49C1-83FF-F9E1609AB90C}" type="pres">
      <dgm:prSet presAssocID="{1E66E61A-47FD-4BC1-9D00-2806DB05394E}" presName="Name0" presStyleCnt="0">
        <dgm:presLayoutVars>
          <dgm:chMax val="3"/>
          <dgm:chPref val="3"/>
          <dgm:bulletEnabled val="1"/>
          <dgm:dir/>
          <dgm:animLvl val="lvl"/>
        </dgm:presLayoutVars>
      </dgm:prSet>
      <dgm:spPr/>
    </dgm:pt>
    <dgm:pt modelId="{4062EEFB-52CA-4C4C-85E5-F9D5C97570B1}" type="pres">
      <dgm:prSet presAssocID="{1E66E61A-47FD-4BC1-9D00-2806DB05394E}" presName="arc1" presStyleLbl="node1" presStyleIdx="0" presStyleCnt="2" custLinFactNeighborY="2782"/>
      <dgm:spPr/>
    </dgm:pt>
    <dgm:pt modelId="{C9C5E567-3CD3-4996-AEEB-815DCF92BAC1}" type="pres">
      <dgm:prSet presAssocID="{1E66E61A-47FD-4BC1-9D00-2806DB05394E}" presName="arc3" presStyleLbl="node1" presStyleIdx="1" presStyleCnt="2" custLinFactNeighborY="3214"/>
      <dgm:spPr/>
    </dgm:pt>
    <dgm:pt modelId="{BCEF2241-B5BC-4294-8678-E160DAC6EE54}" type="pres">
      <dgm:prSet presAssocID="{1E66E61A-47FD-4BC1-9D00-2806DB05394E}" presName="parentText2" presStyleLbl="revTx" presStyleIdx="0" presStyleCnt="2" custScaleX="59021" custScaleY="64525" custLinFactNeighborX="-18285" custLinFactNeighborY="887">
        <dgm:presLayoutVars>
          <dgm:chMax val="4"/>
          <dgm:chPref val="3"/>
          <dgm:bulletEnabled val="1"/>
        </dgm:presLayoutVars>
      </dgm:prSet>
      <dgm:spPr/>
    </dgm:pt>
    <dgm:pt modelId="{51203C8D-175C-4936-8AA7-E2E6DE2AB3D7}" type="pres">
      <dgm:prSet presAssocID="{1E66E61A-47FD-4BC1-9D00-2806DB05394E}" presName="middleComposite" presStyleCnt="0"/>
      <dgm:spPr/>
    </dgm:pt>
    <dgm:pt modelId="{00E85A9D-D518-4C75-8916-33ABA0C8DE6F}" type="pres">
      <dgm:prSet presAssocID="{6FD566F1-3DD1-48E7-98E4-F35C8243EAE6}" presName="circ1" presStyleLbl="vennNode1" presStyleIdx="0" presStyleCnt="8" custScaleX="98114" custScaleY="95010" custLinFactNeighborX="5783" custLinFactNeighborY="4471"/>
      <dgm:spPr/>
    </dgm:pt>
    <dgm:pt modelId="{61FEFDA7-E15C-4D6E-ADCD-AF0C432322EC}" type="pres">
      <dgm:prSet presAssocID="{6FD566F1-3DD1-48E7-98E4-F35C8243EAE6}" presName="circ1Tx" presStyleLbl="revTx" presStyleIdx="0" presStyleCnt="2">
        <dgm:presLayoutVars>
          <dgm:chMax val="0"/>
          <dgm:chPref val="0"/>
        </dgm:presLayoutVars>
      </dgm:prSet>
      <dgm:spPr/>
    </dgm:pt>
    <dgm:pt modelId="{8462EBD5-6C9B-4D1D-9605-D7770581CE5A}" type="pres">
      <dgm:prSet presAssocID="{0A1D51BA-B386-49D0-BE56-1B73F09B542E}" presName="circ2" presStyleLbl="vennNode1" presStyleIdx="1" presStyleCnt="8" custLinFactNeighborX="33787" custLinFactNeighborY="4471"/>
      <dgm:spPr/>
    </dgm:pt>
    <dgm:pt modelId="{416914AE-5073-4605-8221-CCAB08C16505}" type="pres">
      <dgm:prSet presAssocID="{0A1D51BA-B386-49D0-BE56-1B73F09B542E}" presName="circ2Tx" presStyleLbl="revTx" presStyleIdx="0" presStyleCnt="2">
        <dgm:presLayoutVars>
          <dgm:chMax val="0"/>
          <dgm:chPref val="0"/>
        </dgm:presLayoutVars>
      </dgm:prSet>
      <dgm:spPr/>
    </dgm:pt>
    <dgm:pt modelId="{23FB9221-5F44-4849-8DAD-EA7476EE4FAF}" type="pres">
      <dgm:prSet presAssocID="{1E66E61A-47FD-4BC1-9D00-2806DB05394E}" presName="leftComposite" presStyleCnt="0"/>
      <dgm:spPr/>
    </dgm:pt>
    <dgm:pt modelId="{9054FD6C-809C-4B40-AA8F-EF79325FC0F7}" type="pres">
      <dgm:prSet presAssocID="{6A4A5CB0-A80A-4B1E-B6D7-568A14CF7371}" presName="childText1_1" presStyleLbl="vennNode1" presStyleIdx="2" presStyleCnt="8" custScaleX="198197" custScaleY="114710" custLinFactY="85284" custLinFactNeighborX="-1911" custLinFactNeighborY="100000">
        <dgm:presLayoutVars>
          <dgm:chMax val="0"/>
          <dgm:chPref val="0"/>
        </dgm:presLayoutVars>
      </dgm:prSet>
      <dgm:spPr/>
    </dgm:pt>
    <dgm:pt modelId="{71DCE242-0794-45E1-A3F2-6DFF7C3A613B}" type="pres">
      <dgm:prSet presAssocID="{6A4A5CB0-A80A-4B1E-B6D7-568A14CF7371}" presName="ellipse1" presStyleLbl="vennNode1" presStyleIdx="3" presStyleCnt="8" custScaleX="9497" custScaleY="26505" custLinFactX="800000" custLinFactY="200000" custLinFactNeighborX="813319" custLinFactNeighborY="262655"/>
      <dgm:spPr/>
    </dgm:pt>
    <dgm:pt modelId="{E418D8B2-4E94-418C-AF4E-ED49128149CA}" type="pres">
      <dgm:prSet presAssocID="{6A4A5CB0-A80A-4B1E-B6D7-568A14CF7371}" presName="ellipse2" presStyleLbl="vennNode1" presStyleIdx="4" presStyleCnt="8" custFlipVert="0" custScaleX="21728" custScaleY="17511" custLinFactX="800000" custLinFactY="461936" custLinFactNeighborX="842348" custLinFactNeighborY="500000"/>
      <dgm:spPr/>
    </dgm:pt>
    <dgm:pt modelId="{ABA11EBE-08B1-48D8-8219-4E6CF2CD219A}" type="pres">
      <dgm:prSet presAssocID="{46D7F8A1-73AE-4BC9-84EE-F828D5A38642}" presName="childText1_2" presStyleLbl="vennNode1" presStyleIdx="5" presStyleCnt="8" custScaleX="195596" custScaleY="97592" custLinFactX="-609" custLinFactY="-20123" custLinFactNeighborX="-100000" custLinFactNeighborY="-100000">
        <dgm:presLayoutVars>
          <dgm:chMax val="0"/>
          <dgm:chPref val="0"/>
        </dgm:presLayoutVars>
      </dgm:prSet>
      <dgm:spPr/>
    </dgm:pt>
    <dgm:pt modelId="{88474C6E-F3E1-496B-A9E8-3958E9576D37}" type="pres">
      <dgm:prSet presAssocID="{46D7F8A1-73AE-4BC9-84EE-F828D5A38642}" presName="ellipse3" presStyleLbl="vennNode1" presStyleIdx="6" presStyleCnt="8" custScaleX="31563" custScaleY="22482" custLinFactX="800000" custLinFactY="200000" custLinFactNeighborX="831669" custLinFactNeighborY="247682"/>
      <dgm:spPr/>
    </dgm:pt>
    <dgm:pt modelId="{0F05F196-9D76-44F9-86BF-29C3C712E883}" type="pres">
      <dgm:prSet presAssocID="{5A97189D-9EB1-4FD7-AA04-084037D8DBB8}" presName="childText1_3" presStyleLbl="vennNode1" presStyleIdx="7" presStyleCnt="8" custScaleX="191698" custScaleY="113509" custLinFactNeighborX="-3446" custLinFactNeighborY="-59626">
        <dgm:presLayoutVars>
          <dgm:chMax val="0"/>
          <dgm:chPref val="0"/>
        </dgm:presLayoutVars>
      </dgm:prSet>
      <dgm:spPr/>
    </dgm:pt>
    <dgm:pt modelId="{79F9BADD-01B3-46E2-BD95-BF2F88D047E9}" type="pres">
      <dgm:prSet presAssocID="{1E66E61A-47FD-4BC1-9D00-2806DB05394E}" presName="parentText1" presStyleLbl="revTx" presStyleIdx="1" presStyleCnt="2" custScaleX="87587" custLinFactY="-200000" custLinFactNeighborX="66362" custLinFactNeighborY="-252340">
        <dgm:presLayoutVars>
          <dgm:chMax val="4"/>
          <dgm:chPref val="3"/>
          <dgm:bulletEnabled val="1"/>
        </dgm:presLayoutVars>
      </dgm:prSet>
      <dgm:spPr/>
    </dgm:pt>
  </dgm:ptLst>
  <dgm:cxnLst>
    <dgm:cxn modelId="{C41EE311-3BC3-412F-9499-96291A3E6513}" srcId="{9D3763DB-37F9-4938-B529-B13239189A06}" destId="{0A1D51BA-B386-49D0-BE56-1B73F09B542E}" srcOrd="1" destOrd="0" parTransId="{728123EA-3E5D-4B2B-964A-27CEE35079C1}" sibTransId="{38E5F738-FFDA-4F75-BE91-D1E467D89E2C}"/>
    <dgm:cxn modelId="{41FE6312-C8EF-433A-9390-6C00AB2B27A4}" type="presOf" srcId="{6FD566F1-3DD1-48E7-98E4-F35C8243EAE6}" destId="{61FEFDA7-E15C-4D6E-ADCD-AF0C432322EC}" srcOrd="1" destOrd="0" presId="urn:microsoft.com/office/officeart/2009/3/layout/PhasedProcess"/>
    <dgm:cxn modelId="{6CA1EA1C-DB3E-462A-B1E9-44A77D660063}" srcId="{961A443C-8CA1-46D9-91E9-D194156F4DE1}" destId="{46D7F8A1-73AE-4BC9-84EE-F828D5A38642}" srcOrd="1" destOrd="0" parTransId="{6FC99FA5-102D-43F9-9499-0D968028D7EA}" sibTransId="{B959F3AB-4459-4281-A2F1-C1A4448D4E56}"/>
    <dgm:cxn modelId="{F4CB3C33-811A-4D9C-991E-DC3A7915A900}" type="presOf" srcId="{46D7F8A1-73AE-4BC9-84EE-F828D5A38642}" destId="{ABA11EBE-08B1-48D8-8219-4E6CF2CD219A}" srcOrd="0" destOrd="0" presId="urn:microsoft.com/office/officeart/2009/3/layout/PhasedProcess"/>
    <dgm:cxn modelId="{8BA3363F-1CF2-4DC5-B16D-7D85B3AD70F4}" srcId="{961A443C-8CA1-46D9-91E9-D194156F4DE1}" destId="{5A97189D-9EB1-4FD7-AA04-084037D8DBB8}" srcOrd="2" destOrd="0" parTransId="{656F0633-3831-4499-ACC7-1AB793E2BDA9}" sibTransId="{E7AAC2A6-5DCE-41CE-A4DD-E6E8C0E3D997}"/>
    <dgm:cxn modelId="{A4DAFD5B-3A28-46B9-A446-13FA6C3D1EC4}" type="presOf" srcId="{9D3763DB-37F9-4938-B529-B13239189A06}" destId="{BCEF2241-B5BC-4294-8678-E160DAC6EE54}" srcOrd="0" destOrd="0" presId="urn:microsoft.com/office/officeart/2009/3/layout/PhasedProcess"/>
    <dgm:cxn modelId="{A8CD684F-06B5-4F59-84CD-A6D2FD71AAFE}" type="presOf" srcId="{5A97189D-9EB1-4FD7-AA04-084037D8DBB8}" destId="{0F05F196-9D76-44F9-86BF-29C3C712E883}" srcOrd="0" destOrd="0" presId="urn:microsoft.com/office/officeart/2009/3/layout/PhasedProcess"/>
    <dgm:cxn modelId="{D27BD675-8B51-492C-B22D-D8A3E0B89A9A}" srcId="{1E66E61A-47FD-4BC1-9D00-2806DB05394E}" destId="{9D3763DB-37F9-4938-B529-B13239189A06}" srcOrd="1" destOrd="0" parTransId="{1C5E7679-3347-442E-B24B-C7AB31EEE37F}" sibTransId="{68EA271E-65E4-4EF9-858C-EF94B55B0611}"/>
    <dgm:cxn modelId="{E1F35A82-4DCD-4207-ADC3-DBA6AAA1EF82}" type="presOf" srcId="{0A1D51BA-B386-49D0-BE56-1B73F09B542E}" destId="{8462EBD5-6C9B-4D1D-9605-D7770581CE5A}" srcOrd="0" destOrd="0" presId="urn:microsoft.com/office/officeart/2009/3/layout/PhasedProcess"/>
    <dgm:cxn modelId="{7E7BF189-A324-4A50-903D-71B0B9810268}" type="presOf" srcId="{1E66E61A-47FD-4BC1-9D00-2806DB05394E}" destId="{4CDF014E-2B57-49C1-83FF-F9E1609AB90C}" srcOrd="0" destOrd="0" presId="urn:microsoft.com/office/officeart/2009/3/layout/PhasedProcess"/>
    <dgm:cxn modelId="{6F3C6992-1950-4889-BC35-43FA88D86183}" type="presOf" srcId="{0A1D51BA-B386-49D0-BE56-1B73F09B542E}" destId="{416914AE-5073-4605-8221-CCAB08C16505}" srcOrd="1" destOrd="0" presId="urn:microsoft.com/office/officeart/2009/3/layout/PhasedProcess"/>
    <dgm:cxn modelId="{5CDB69A9-CA8F-4EE8-869A-E5633B95D93A}" srcId="{1E66E61A-47FD-4BC1-9D00-2806DB05394E}" destId="{961A443C-8CA1-46D9-91E9-D194156F4DE1}" srcOrd="0" destOrd="0" parTransId="{431D670F-0953-49B3-828F-E9E3B3882668}" sibTransId="{A0313FBD-70DF-4BB8-890C-2DCE8D0E0184}"/>
    <dgm:cxn modelId="{04FE91BC-28BA-4FAF-B1FB-4101836FCFD0}" srcId="{961A443C-8CA1-46D9-91E9-D194156F4DE1}" destId="{6A4A5CB0-A80A-4B1E-B6D7-568A14CF7371}" srcOrd="0" destOrd="0" parTransId="{0C6D7E50-9C17-4244-B6D3-961F5D294CAF}" sibTransId="{EA1D464E-378E-4688-A78C-9155199A7D39}"/>
    <dgm:cxn modelId="{B56917CC-CBB0-462A-94BF-B2E27F817364}" type="presOf" srcId="{961A443C-8CA1-46D9-91E9-D194156F4DE1}" destId="{79F9BADD-01B3-46E2-BD95-BF2F88D047E9}" srcOrd="0" destOrd="0" presId="urn:microsoft.com/office/officeart/2009/3/layout/PhasedProcess"/>
    <dgm:cxn modelId="{C7DA93D8-A963-43A3-A334-C8DFA6BB5990}" srcId="{9D3763DB-37F9-4938-B529-B13239189A06}" destId="{6FD566F1-3DD1-48E7-98E4-F35C8243EAE6}" srcOrd="0" destOrd="0" parTransId="{E5FEFA21-A52B-472A-AF1F-9C68788F1E11}" sibTransId="{E9B0C98F-B009-41B4-B522-058F35D421E2}"/>
    <dgm:cxn modelId="{47B982DC-60FF-4DD7-A105-8BF2CB1C97B8}" type="presOf" srcId="{6FD566F1-3DD1-48E7-98E4-F35C8243EAE6}" destId="{00E85A9D-D518-4C75-8916-33ABA0C8DE6F}" srcOrd="0" destOrd="0" presId="urn:microsoft.com/office/officeart/2009/3/layout/PhasedProcess"/>
    <dgm:cxn modelId="{B8E9D5F1-5590-421E-9461-AAD34D885218}" type="presOf" srcId="{6A4A5CB0-A80A-4B1E-B6D7-568A14CF7371}" destId="{9054FD6C-809C-4B40-AA8F-EF79325FC0F7}" srcOrd="0" destOrd="0" presId="urn:microsoft.com/office/officeart/2009/3/layout/PhasedProcess"/>
    <dgm:cxn modelId="{53FD081C-6843-498D-B7BE-B6ECEB23CF7B}" type="presParOf" srcId="{4CDF014E-2B57-49C1-83FF-F9E1609AB90C}" destId="{4062EEFB-52CA-4C4C-85E5-F9D5C97570B1}" srcOrd="0" destOrd="0" presId="urn:microsoft.com/office/officeart/2009/3/layout/PhasedProcess"/>
    <dgm:cxn modelId="{5C94133E-AA85-4112-8509-2D940FBF77E7}" type="presParOf" srcId="{4CDF014E-2B57-49C1-83FF-F9E1609AB90C}" destId="{C9C5E567-3CD3-4996-AEEB-815DCF92BAC1}" srcOrd="1" destOrd="0" presId="urn:microsoft.com/office/officeart/2009/3/layout/PhasedProcess"/>
    <dgm:cxn modelId="{E5DAB9AD-31D8-4E81-8247-8C57644CD4B7}" type="presParOf" srcId="{4CDF014E-2B57-49C1-83FF-F9E1609AB90C}" destId="{BCEF2241-B5BC-4294-8678-E160DAC6EE54}" srcOrd="2" destOrd="0" presId="urn:microsoft.com/office/officeart/2009/3/layout/PhasedProcess"/>
    <dgm:cxn modelId="{AC9B2069-A975-4D4E-BDF2-DC9CF6F700C2}" type="presParOf" srcId="{4CDF014E-2B57-49C1-83FF-F9E1609AB90C}" destId="{51203C8D-175C-4936-8AA7-E2E6DE2AB3D7}" srcOrd="3" destOrd="0" presId="urn:microsoft.com/office/officeart/2009/3/layout/PhasedProcess"/>
    <dgm:cxn modelId="{72534356-C38E-4C74-A240-9F65513674C1}" type="presParOf" srcId="{51203C8D-175C-4936-8AA7-E2E6DE2AB3D7}" destId="{00E85A9D-D518-4C75-8916-33ABA0C8DE6F}" srcOrd="0" destOrd="0" presId="urn:microsoft.com/office/officeart/2009/3/layout/PhasedProcess"/>
    <dgm:cxn modelId="{59748A8A-B71C-40F0-8162-118F1BFBD54D}" type="presParOf" srcId="{51203C8D-175C-4936-8AA7-E2E6DE2AB3D7}" destId="{61FEFDA7-E15C-4D6E-ADCD-AF0C432322EC}" srcOrd="1" destOrd="0" presId="urn:microsoft.com/office/officeart/2009/3/layout/PhasedProcess"/>
    <dgm:cxn modelId="{FCF9BA6C-E590-4EBB-B970-A2B18A9AD200}" type="presParOf" srcId="{51203C8D-175C-4936-8AA7-E2E6DE2AB3D7}" destId="{8462EBD5-6C9B-4D1D-9605-D7770581CE5A}" srcOrd="2" destOrd="0" presId="urn:microsoft.com/office/officeart/2009/3/layout/PhasedProcess"/>
    <dgm:cxn modelId="{38315CD4-81E7-4708-A51D-45A7209B7673}" type="presParOf" srcId="{51203C8D-175C-4936-8AA7-E2E6DE2AB3D7}" destId="{416914AE-5073-4605-8221-CCAB08C16505}" srcOrd="3" destOrd="0" presId="urn:microsoft.com/office/officeart/2009/3/layout/PhasedProcess"/>
    <dgm:cxn modelId="{A6D2B8C0-DDC6-408D-B1C5-F8CF6C181DF4}" type="presParOf" srcId="{4CDF014E-2B57-49C1-83FF-F9E1609AB90C}" destId="{23FB9221-5F44-4849-8DAD-EA7476EE4FAF}" srcOrd="4" destOrd="0" presId="urn:microsoft.com/office/officeart/2009/3/layout/PhasedProcess"/>
    <dgm:cxn modelId="{08C15514-A6B5-4F44-ACDE-3C4CCD973978}" type="presParOf" srcId="{23FB9221-5F44-4849-8DAD-EA7476EE4FAF}" destId="{9054FD6C-809C-4B40-AA8F-EF79325FC0F7}" srcOrd="0" destOrd="0" presId="urn:microsoft.com/office/officeart/2009/3/layout/PhasedProcess"/>
    <dgm:cxn modelId="{B74C0FBC-D064-451D-B010-8898C911A107}" type="presParOf" srcId="{23FB9221-5F44-4849-8DAD-EA7476EE4FAF}" destId="{71DCE242-0794-45E1-A3F2-6DFF7C3A613B}" srcOrd="1" destOrd="0" presId="urn:microsoft.com/office/officeart/2009/3/layout/PhasedProcess"/>
    <dgm:cxn modelId="{0487FD2E-4663-4844-8CB2-C9EC4D681FDF}" type="presParOf" srcId="{23FB9221-5F44-4849-8DAD-EA7476EE4FAF}" destId="{E418D8B2-4E94-418C-AF4E-ED49128149CA}" srcOrd="2" destOrd="0" presId="urn:microsoft.com/office/officeart/2009/3/layout/PhasedProcess"/>
    <dgm:cxn modelId="{107733A3-DE13-4A36-9457-2882FC4EFDDD}" type="presParOf" srcId="{23FB9221-5F44-4849-8DAD-EA7476EE4FAF}" destId="{ABA11EBE-08B1-48D8-8219-4E6CF2CD219A}" srcOrd="3" destOrd="0" presId="urn:microsoft.com/office/officeart/2009/3/layout/PhasedProcess"/>
    <dgm:cxn modelId="{7D94C292-2961-4E42-A241-C2164A728BE0}" type="presParOf" srcId="{23FB9221-5F44-4849-8DAD-EA7476EE4FAF}" destId="{88474C6E-F3E1-496B-A9E8-3958E9576D37}" srcOrd="4" destOrd="0" presId="urn:microsoft.com/office/officeart/2009/3/layout/PhasedProcess"/>
    <dgm:cxn modelId="{EB6361D2-8312-40FC-8169-F650310E8DA9}" type="presParOf" srcId="{23FB9221-5F44-4849-8DAD-EA7476EE4FAF}" destId="{0F05F196-9D76-44F9-86BF-29C3C712E883}" srcOrd="5" destOrd="0" presId="urn:microsoft.com/office/officeart/2009/3/layout/PhasedProcess"/>
    <dgm:cxn modelId="{742C4F36-4DCD-4E31-B92B-997F3237D71A}" type="presParOf" srcId="{4CDF014E-2B57-49C1-83FF-F9E1609AB90C}" destId="{79F9BADD-01B3-46E2-BD95-BF2F88D047E9}" srcOrd="5" destOrd="0" presId="urn:microsoft.com/office/officeart/2009/3/layout/Phased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E0598BF-1AAE-4FD9-9821-AE1EAF394315}" type="doc">
      <dgm:prSet loTypeId="urn:microsoft.com/office/officeart/2009/3/layout/OpposingIdeas" loCatId="relationship" qsTypeId="urn:microsoft.com/office/officeart/2005/8/quickstyle/simple1#7" qsCatId="simple" csTypeId="urn:microsoft.com/office/officeart/2005/8/colors/accent1_2#7" csCatId="accent1" phldr="1"/>
      <dgm:spPr/>
      <dgm:t>
        <a:bodyPr/>
        <a:lstStyle/>
        <a:p>
          <a:endParaRPr lang="es-MX"/>
        </a:p>
      </dgm:t>
    </dgm:pt>
    <dgm:pt modelId="{B00EEB45-C194-4E9B-8067-629DC841A6FB}">
      <dgm:prSet phldrT="[Texto]" custT="1"/>
      <dgm:spPr>
        <a:solidFill>
          <a:schemeClr val="accent1"/>
        </a:solidFill>
      </dgm:spPr>
      <dgm:t>
        <a:bodyPr/>
        <a:lstStyle/>
        <a:p>
          <a:r>
            <a:rPr lang="es-MX" sz="2800" dirty="0">
              <a:latin typeface="Arial" panose="020B0604020202020204" pitchFamily="34" charset="0"/>
              <a:cs typeface="Arial" panose="020B0604020202020204" pitchFamily="34" charset="0"/>
            </a:rPr>
            <a:t>INMEDIATO</a:t>
          </a:r>
        </a:p>
      </dgm:t>
    </dgm:pt>
    <dgm:pt modelId="{DFBB720B-2B71-4CA3-880D-9B409F4300CD}" type="parTrans" cxnId="{CE7A5FC0-EB73-4032-9387-8C50A4888BBE}">
      <dgm:prSet/>
      <dgm:spPr/>
      <dgm:t>
        <a:bodyPr/>
        <a:lstStyle/>
        <a:p>
          <a:endParaRPr lang="es-MX"/>
        </a:p>
      </dgm:t>
    </dgm:pt>
    <dgm:pt modelId="{5095BAD7-BCF0-489F-80A5-423D4871D63F}" type="sibTrans" cxnId="{CE7A5FC0-EB73-4032-9387-8C50A4888BBE}">
      <dgm:prSet/>
      <dgm:spPr/>
      <dgm:t>
        <a:bodyPr/>
        <a:lstStyle/>
        <a:p>
          <a:endParaRPr lang="es-MX"/>
        </a:p>
      </dgm:t>
    </dgm:pt>
    <dgm:pt modelId="{79906665-827D-4E2E-A7C4-DD24386C0AFE}">
      <dgm:prSet phldrT="[Texto]"/>
      <dgm:spPr/>
      <dgm:t>
        <a:bodyPr/>
        <a:lstStyle/>
        <a:p>
          <a:pPr algn="ctr"/>
          <a:r>
            <a:rPr lang="es-MX" dirty="0"/>
            <a:t>NO OBEDECE ORDENES SIMPLES</a:t>
          </a:r>
        </a:p>
      </dgm:t>
    </dgm:pt>
    <dgm:pt modelId="{3FCDF169-0C77-49B7-8B0C-6185D91A6F95}" type="parTrans" cxnId="{CD842212-2337-408F-B2B8-B4AA066E8EEC}">
      <dgm:prSet/>
      <dgm:spPr/>
      <dgm:t>
        <a:bodyPr/>
        <a:lstStyle/>
        <a:p>
          <a:endParaRPr lang="es-MX"/>
        </a:p>
      </dgm:t>
    </dgm:pt>
    <dgm:pt modelId="{163041AA-F539-4D2B-9C8B-A7A5E12CF3EE}" type="sibTrans" cxnId="{CD842212-2337-408F-B2B8-B4AA066E8EEC}">
      <dgm:prSet/>
      <dgm:spPr/>
      <dgm:t>
        <a:bodyPr/>
        <a:lstStyle/>
        <a:p>
          <a:endParaRPr lang="es-MX"/>
        </a:p>
      </dgm:t>
    </dgm:pt>
    <dgm:pt modelId="{E4936E66-FFB9-4CE9-9E8A-06AD9112A05D}">
      <dgm:prSet phldrT="[Texto]" custT="1"/>
      <dgm:spPr>
        <a:solidFill>
          <a:srgbClr val="FFFF00"/>
        </a:solidFill>
      </dgm:spPr>
      <dgm:t>
        <a:bodyPr/>
        <a:lstStyle/>
        <a:p>
          <a:r>
            <a:rPr lang="es-MX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RETARDADO</a:t>
          </a:r>
        </a:p>
      </dgm:t>
    </dgm:pt>
    <dgm:pt modelId="{209EB542-65C9-455A-B502-2C1C0901B9E9}" type="parTrans" cxnId="{2B22432E-D662-4725-ABF0-238B77CA2205}">
      <dgm:prSet/>
      <dgm:spPr/>
      <dgm:t>
        <a:bodyPr/>
        <a:lstStyle/>
        <a:p>
          <a:endParaRPr lang="es-MX"/>
        </a:p>
      </dgm:t>
    </dgm:pt>
    <dgm:pt modelId="{3FE83561-153F-4C2C-962A-AB6C30888243}" type="sibTrans" cxnId="{2B22432E-D662-4725-ABF0-238B77CA2205}">
      <dgm:prSet/>
      <dgm:spPr/>
      <dgm:t>
        <a:bodyPr/>
        <a:lstStyle/>
        <a:p>
          <a:endParaRPr lang="es-MX"/>
        </a:p>
      </dgm:t>
    </dgm:pt>
    <dgm:pt modelId="{8692CA99-4F8C-435B-A0C9-7F305F7BF15D}">
      <dgm:prSet phldrT="[Texto]"/>
      <dgm:spPr/>
      <dgm:t>
        <a:bodyPr/>
        <a:lstStyle/>
        <a:p>
          <a:pPr algn="ctr"/>
          <a:r>
            <a:rPr lang="es-MX" dirty="0"/>
            <a:t>SI OBEDECE ORDENES SIMPLES</a:t>
          </a:r>
        </a:p>
      </dgm:t>
    </dgm:pt>
    <dgm:pt modelId="{6C7C7E86-5F99-418A-887F-34B27852E5C2}" type="parTrans" cxnId="{474B730F-FD3B-4C86-918A-5A0A2071DD9E}">
      <dgm:prSet/>
      <dgm:spPr/>
      <dgm:t>
        <a:bodyPr/>
        <a:lstStyle/>
        <a:p>
          <a:endParaRPr lang="es-MX"/>
        </a:p>
      </dgm:t>
    </dgm:pt>
    <dgm:pt modelId="{EAB07FC4-EC88-4694-9E36-D08FE9EEB888}" type="sibTrans" cxnId="{474B730F-FD3B-4C86-918A-5A0A2071DD9E}">
      <dgm:prSet/>
      <dgm:spPr/>
      <dgm:t>
        <a:bodyPr/>
        <a:lstStyle/>
        <a:p>
          <a:endParaRPr lang="es-MX"/>
        </a:p>
      </dgm:t>
    </dgm:pt>
    <dgm:pt modelId="{9356CFB1-1938-401F-96B5-17A659A80500}" type="pres">
      <dgm:prSet presAssocID="{1E0598BF-1AAE-4FD9-9821-AE1EAF394315}" presName="Name0" presStyleCnt="0">
        <dgm:presLayoutVars>
          <dgm:chMax val="2"/>
          <dgm:dir/>
          <dgm:animOne val="branch"/>
          <dgm:animLvl val="lvl"/>
          <dgm:resizeHandles val="exact"/>
        </dgm:presLayoutVars>
      </dgm:prSet>
      <dgm:spPr/>
    </dgm:pt>
    <dgm:pt modelId="{DB26715F-2F65-4988-A920-55C6487A6838}" type="pres">
      <dgm:prSet presAssocID="{1E0598BF-1AAE-4FD9-9821-AE1EAF394315}" presName="Background" presStyleLbl="node1" presStyleIdx="0" presStyleCnt="1"/>
      <dgm:spPr>
        <a:solidFill>
          <a:srgbClr val="0070C0"/>
        </a:solidFill>
      </dgm:spPr>
    </dgm:pt>
    <dgm:pt modelId="{4D085C44-3253-42D7-9DB1-71926CA400F3}" type="pres">
      <dgm:prSet presAssocID="{1E0598BF-1AAE-4FD9-9821-AE1EAF394315}" presName="Divider" presStyleLbl="callout" presStyleIdx="0" presStyleCnt="1"/>
      <dgm:spPr/>
    </dgm:pt>
    <dgm:pt modelId="{0A958E9A-5FE8-455E-8F21-E2AE8608BF1F}" type="pres">
      <dgm:prSet presAssocID="{1E0598BF-1AAE-4FD9-9821-AE1EAF394315}" presName="ChildText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A7AF6DE-00CD-4ED9-ADCF-A69B751212CB}" type="pres">
      <dgm:prSet presAssocID="{1E0598BF-1AAE-4FD9-9821-AE1EAF394315}" presName="ChildText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E85C3B2-EBC3-4270-AD58-A465B031B016}" type="pres">
      <dgm:prSet presAssocID="{1E0598BF-1AAE-4FD9-9821-AE1EAF394315}" presName="ParentText1" presStyleLbl="revTx" presStyleIdx="0" presStyleCnt="0">
        <dgm:presLayoutVars>
          <dgm:chMax val="1"/>
          <dgm:chPref val="1"/>
        </dgm:presLayoutVars>
      </dgm:prSet>
      <dgm:spPr/>
    </dgm:pt>
    <dgm:pt modelId="{DD23D257-145D-4064-836A-503156F67B9E}" type="pres">
      <dgm:prSet presAssocID="{1E0598BF-1AAE-4FD9-9821-AE1EAF394315}" presName="ParentShape1" presStyleLbl="alignImgPlace1" presStyleIdx="0" presStyleCnt="2" custLinFactNeighborY="15125">
        <dgm:presLayoutVars/>
      </dgm:prSet>
      <dgm:spPr/>
    </dgm:pt>
    <dgm:pt modelId="{F8C43BB8-37DE-4475-88C7-1860FC0D8651}" type="pres">
      <dgm:prSet presAssocID="{1E0598BF-1AAE-4FD9-9821-AE1EAF394315}" presName="ParentText2" presStyleLbl="revTx" presStyleIdx="0" presStyleCnt="0">
        <dgm:presLayoutVars>
          <dgm:chMax val="1"/>
          <dgm:chPref val="1"/>
        </dgm:presLayoutVars>
      </dgm:prSet>
      <dgm:spPr/>
    </dgm:pt>
    <dgm:pt modelId="{17CA1EA7-CBCA-41B1-A08A-251C545C294A}" type="pres">
      <dgm:prSet presAssocID="{1E0598BF-1AAE-4FD9-9821-AE1EAF394315}" presName="ParentShape2" presStyleLbl="alignImgPlace1" presStyleIdx="1" presStyleCnt="2" custLinFactNeighborX="-1268" custLinFactNeighborY="-13506">
        <dgm:presLayoutVars/>
      </dgm:prSet>
      <dgm:spPr/>
    </dgm:pt>
  </dgm:ptLst>
  <dgm:cxnLst>
    <dgm:cxn modelId="{46E97404-DAF1-46AC-B692-853736ADE965}" type="presOf" srcId="{E4936E66-FFB9-4CE9-9E8A-06AD9112A05D}" destId="{17CA1EA7-CBCA-41B1-A08A-251C545C294A}" srcOrd="1" destOrd="0" presId="urn:microsoft.com/office/officeart/2009/3/layout/OpposingIdeas"/>
    <dgm:cxn modelId="{474B730F-FD3B-4C86-918A-5A0A2071DD9E}" srcId="{E4936E66-FFB9-4CE9-9E8A-06AD9112A05D}" destId="{8692CA99-4F8C-435B-A0C9-7F305F7BF15D}" srcOrd="0" destOrd="0" parTransId="{6C7C7E86-5F99-418A-887F-34B27852E5C2}" sibTransId="{EAB07FC4-EC88-4694-9E36-D08FE9EEB888}"/>
    <dgm:cxn modelId="{CD842212-2337-408F-B2B8-B4AA066E8EEC}" srcId="{B00EEB45-C194-4E9B-8067-629DC841A6FB}" destId="{79906665-827D-4E2E-A7C4-DD24386C0AFE}" srcOrd="0" destOrd="0" parTransId="{3FCDF169-0C77-49B7-8B0C-6185D91A6F95}" sibTransId="{163041AA-F539-4D2B-9C8B-A7A5E12CF3EE}"/>
    <dgm:cxn modelId="{87A3F327-FE85-4029-BE88-E51545FB5DB7}" type="presOf" srcId="{B00EEB45-C194-4E9B-8067-629DC841A6FB}" destId="{DD23D257-145D-4064-836A-503156F67B9E}" srcOrd="1" destOrd="0" presId="urn:microsoft.com/office/officeart/2009/3/layout/OpposingIdeas"/>
    <dgm:cxn modelId="{2B22432E-D662-4725-ABF0-238B77CA2205}" srcId="{1E0598BF-1AAE-4FD9-9821-AE1EAF394315}" destId="{E4936E66-FFB9-4CE9-9E8A-06AD9112A05D}" srcOrd="1" destOrd="0" parTransId="{209EB542-65C9-455A-B502-2C1C0901B9E9}" sibTransId="{3FE83561-153F-4C2C-962A-AB6C30888243}"/>
    <dgm:cxn modelId="{F82D9C34-9BA2-4650-95B6-548BF111EE34}" type="presOf" srcId="{B00EEB45-C194-4E9B-8067-629DC841A6FB}" destId="{1E85C3B2-EBC3-4270-AD58-A465B031B016}" srcOrd="0" destOrd="0" presId="urn:microsoft.com/office/officeart/2009/3/layout/OpposingIdeas"/>
    <dgm:cxn modelId="{5CE33461-5A02-457F-943B-8ACA73F8B484}" type="presOf" srcId="{1E0598BF-1AAE-4FD9-9821-AE1EAF394315}" destId="{9356CFB1-1938-401F-96B5-17A659A80500}" srcOrd="0" destOrd="0" presId="urn:microsoft.com/office/officeart/2009/3/layout/OpposingIdeas"/>
    <dgm:cxn modelId="{2485C483-75E0-4B52-834E-0475A621C961}" type="presOf" srcId="{79906665-827D-4E2E-A7C4-DD24386C0AFE}" destId="{0A958E9A-5FE8-455E-8F21-E2AE8608BF1F}" srcOrd="0" destOrd="0" presId="urn:microsoft.com/office/officeart/2009/3/layout/OpposingIdeas"/>
    <dgm:cxn modelId="{DDC61B92-5C62-4F75-AF58-D47393130819}" type="presOf" srcId="{E4936E66-FFB9-4CE9-9E8A-06AD9112A05D}" destId="{F8C43BB8-37DE-4475-88C7-1860FC0D8651}" srcOrd="0" destOrd="0" presId="urn:microsoft.com/office/officeart/2009/3/layout/OpposingIdeas"/>
    <dgm:cxn modelId="{CE7A5FC0-EB73-4032-9387-8C50A4888BBE}" srcId="{1E0598BF-1AAE-4FD9-9821-AE1EAF394315}" destId="{B00EEB45-C194-4E9B-8067-629DC841A6FB}" srcOrd="0" destOrd="0" parTransId="{DFBB720B-2B71-4CA3-880D-9B409F4300CD}" sibTransId="{5095BAD7-BCF0-489F-80A5-423D4871D63F}"/>
    <dgm:cxn modelId="{8736D1DB-6639-4606-A3CE-5D09FB2585E2}" type="presOf" srcId="{8692CA99-4F8C-435B-A0C9-7F305F7BF15D}" destId="{CA7AF6DE-00CD-4ED9-ADCF-A69B751212CB}" srcOrd="0" destOrd="0" presId="urn:microsoft.com/office/officeart/2009/3/layout/OpposingIdeas"/>
    <dgm:cxn modelId="{EABBF263-9288-4F53-90A5-D1AD36F25FDF}" type="presParOf" srcId="{9356CFB1-1938-401F-96B5-17A659A80500}" destId="{DB26715F-2F65-4988-A920-55C6487A6838}" srcOrd="0" destOrd="0" presId="urn:microsoft.com/office/officeart/2009/3/layout/OpposingIdeas"/>
    <dgm:cxn modelId="{43DCE37B-0316-4E93-B5BE-F80B41EE536F}" type="presParOf" srcId="{9356CFB1-1938-401F-96B5-17A659A80500}" destId="{4D085C44-3253-42D7-9DB1-71926CA400F3}" srcOrd="1" destOrd="0" presId="urn:microsoft.com/office/officeart/2009/3/layout/OpposingIdeas"/>
    <dgm:cxn modelId="{929690D4-45BF-4871-A3FA-A8F2C3CC38D8}" type="presParOf" srcId="{9356CFB1-1938-401F-96B5-17A659A80500}" destId="{0A958E9A-5FE8-455E-8F21-E2AE8608BF1F}" srcOrd="2" destOrd="0" presId="urn:microsoft.com/office/officeart/2009/3/layout/OpposingIdeas"/>
    <dgm:cxn modelId="{86C83C95-CE55-46C7-89BA-237194D770DD}" type="presParOf" srcId="{9356CFB1-1938-401F-96B5-17A659A80500}" destId="{CA7AF6DE-00CD-4ED9-ADCF-A69B751212CB}" srcOrd="3" destOrd="0" presId="urn:microsoft.com/office/officeart/2009/3/layout/OpposingIdeas"/>
    <dgm:cxn modelId="{31926786-429D-40A5-80F3-40904E01703B}" type="presParOf" srcId="{9356CFB1-1938-401F-96B5-17A659A80500}" destId="{1E85C3B2-EBC3-4270-AD58-A465B031B016}" srcOrd="4" destOrd="0" presId="urn:microsoft.com/office/officeart/2009/3/layout/OpposingIdeas"/>
    <dgm:cxn modelId="{E5A4C955-E6D2-4BC9-AFC8-40C2B1852DB6}" type="presParOf" srcId="{9356CFB1-1938-401F-96B5-17A659A80500}" destId="{DD23D257-145D-4064-836A-503156F67B9E}" srcOrd="5" destOrd="0" presId="urn:microsoft.com/office/officeart/2009/3/layout/OpposingIdeas"/>
    <dgm:cxn modelId="{B630BC08-1C8C-4D9B-B750-410C084CF199}" type="presParOf" srcId="{9356CFB1-1938-401F-96B5-17A659A80500}" destId="{F8C43BB8-37DE-4475-88C7-1860FC0D8651}" srcOrd="6" destOrd="0" presId="urn:microsoft.com/office/officeart/2009/3/layout/OpposingIdeas"/>
    <dgm:cxn modelId="{E7E49C61-3869-489E-985B-A328E2223DE6}" type="presParOf" srcId="{9356CFB1-1938-401F-96B5-17A659A80500}" destId="{17CA1EA7-CBCA-41B1-A08A-251C545C294A}" srcOrd="7" destOrd="0" presId="urn:microsoft.com/office/officeart/2009/3/layout/OpposingIdea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164E24-0E7B-4860-9A79-90D93D44F43D}">
      <dsp:nvSpPr>
        <dsp:cNvPr id="0" name=""/>
        <dsp:cNvSpPr/>
      </dsp:nvSpPr>
      <dsp:spPr>
        <a:xfrm>
          <a:off x="4910" y="772853"/>
          <a:ext cx="2336810" cy="1610062"/>
        </a:xfrm>
        <a:prstGeom prst="roundRect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A1868F-8373-4F4E-947E-015F2BAF0E0E}">
      <dsp:nvSpPr>
        <dsp:cNvPr id="0" name=""/>
        <dsp:cNvSpPr/>
      </dsp:nvSpPr>
      <dsp:spPr>
        <a:xfrm>
          <a:off x="4910" y="2382915"/>
          <a:ext cx="2336810" cy="8669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Tos fuerte</a:t>
          </a:r>
        </a:p>
      </dsp:txBody>
      <dsp:txXfrm>
        <a:off x="4910" y="2382915"/>
        <a:ext cx="2336810" cy="866956"/>
      </dsp:txXfrm>
    </dsp:sp>
    <dsp:sp modelId="{A7F8EE07-5750-4C46-892D-E574FC1D069E}">
      <dsp:nvSpPr>
        <dsp:cNvPr id="0" name=""/>
        <dsp:cNvSpPr/>
      </dsp:nvSpPr>
      <dsp:spPr>
        <a:xfrm>
          <a:off x="2575500" y="772853"/>
          <a:ext cx="2336810" cy="1610062"/>
        </a:xfrm>
        <a:prstGeom prst="roundRect">
          <a:avLst/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C2BBF1-C960-4172-A8C9-B0B52C0A6B6C}">
      <dsp:nvSpPr>
        <dsp:cNvPr id="0" name=""/>
        <dsp:cNvSpPr/>
      </dsp:nvSpPr>
      <dsp:spPr>
        <a:xfrm>
          <a:off x="2575500" y="2382915"/>
          <a:ext cx="2336810" cy="8669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Su voz se escucha aun que tosa.</a:t>
          </a:r>
        </a:p>
      </dsp:txBody>
      <dsp:txXfrm>
        <a:off x="2575500" y="2382915"/>
        <a:ext cx="2336810" cy="866956"/>
      </dsp:txXfrm>
    </dsp:sp>
    <dsp:sp modelId="{612B8763-B0F2-4298-A271-B9638F5DF23D}">
      <dsp:nvSpPr>
        <dsp:cNvPr id="0" name=""/>
        <dsp:cNvSpPr/>
      </dsp:nvSpPr>
      <dsp:spPr>
        <a:xfrm>
          <a:off x="5146089" y="772853"/>
          <a:ext cx="2336810" cy="1610062"/>
        </a:xfrm>
        <a:prstGeom prst="roundRect">
          <a:avLst/>
        </a:prstGeom>
        <a:blipFill rotWithShape="1">
          <a:blip xmlns:r="http://schemas.openxmlformats.org/officeDocument/2006/relationships" r:embed="rId3"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AECD37-0327-456D-951E-F5538C02C0DD}">
      <dsp:nvSpPr>
        <dsp:cNvPr id="0" name=""/>
        <dsp:cNvSpPr/>
      </dsp:nvSpPr>
      <dsp:spPr>
        <a:xfrm>
          <a:off x="5146089" y="2382915"/>
          <a:ext cx="2336810" cy="8669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La persona es capaz de inhalar y exhalar.</a:t>
          </a:r>
        </a:p>
      </dsp:txBody>
      <dsp:txXfrm>
        <a:off x="5146089" y="2382915"/>
        <a:ext cx="2336810" cy="866956"/>
      </dsp:txXfrm>
    </dsp:sp>
    <dsp:sp modelId="{E3F38079-1543-47E4-A0A5-CCB0550749E5}">
      <dsp:nvSpPr>
        <dsp:cNvPr id="0" name=""/>
        <dsp:cNvSpPr/>
      </dsp:nvSpPr>
      <dsp:spPr>
        <a:xfrm>
          <a:off x="7716679" y="772853"/>
          <a:ext cx="2336810" cy="1610062"/>
        </a:xfrm>
        <a:prstGeom prst="roundRect">
          <a:avLst/>
        </a:prstGeom>
        <a:blipFill rotWithShape="1">
          <a:blip xmlns:r="http://schemas.openxmlformats.org/officeDocument/2006/relationships" r:embed="rId4"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27C4CD-27E0-4664-BB5D-2946C906FEB4}">
      <dsp:nvSpPr>
        <dsp:cNvPr id="0" name=""/>
        <dsp:cNvSpPr/>
      </dsp:nvSpPr>
      <dsp:spPr>
        <a:xfrm>
          <a:off x="7716679" y="2382915"/>
          <a:ext cx="2336810" cy="8669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En este caso el paciente solo debe expulsar el objeto que le obstruye.</a:t>
          </a:r>
        </a:p>
      </dsp:txBody>
      <dsp:txXfrm>
        <a:off x="7716679" y="2382915"/>
        <a:ext cx="2336810" cy="8669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480B11-33CD-4991-97C0-A909F6B6D059}">
      <dsp:nvSpPr>
        <dsp:cNvPr id="0" name=""/>
        <dsp:cNvSpPr/>
      </dsp:nvSpPr>
      <dsp:spPr>
        <a:xfrm>
          <a:off x="454776" y="0"/>
          <a:ext cx="5154137" cy="4022725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07212F-B6FA-43B8-98A8-732382648EA4}">
      <dsp:nvSpPr>
        <dsp:cNvPr id="0" name=""/>
        <dsp:cNvSpPr/>
      </dsp:nvSpPr>
      <dsp:spPr>
        <a:xfrm>
          <a:off x="0" y="1206817"/>
          <a:ext cx="1819107" cy="16090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Abrir boca de la victima.</a:t>
          </a:r>
        </a:p>
      </dsp:txBody>
      <dsp:txXfrm>
        <a:off x="78549" y="1285366"/>
        <a:ext cx="1662009" cy="1451992"/>
      </dsp:txXfrm>
    </dsp:sp>
    <dsp:sp modelId="{A6A271A4-2612-4DE4-ABE6-DF7608ABEB02}">
      <dsp:nvSpPr>
        <dsp:cNvPr id="0" name=""/>
        <dsp:cNvSpPr/>
      </dsp:nvSpPr>
      <dsp:spPr>
        <a:xfrm>
          <a:off x="2122291" y="1206817"/>
          <a:ext cx="1819107" cy="16090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Detener la lengua y levantarla hacia arriba.</a:t>
          </a:r>
        </a:p>
      </dsp:txBody>
      <dsp:txXfrm>
        <a:off x="2200840" y="1285366"/>
        <a:ext cx="1662009" cy="1451992"/>
      </dsp:txXfrm>
    </dsp:sp>
    <dsp:sp modelId="{99F5B87C-587E-4780-8A55-9F3E13E47C6B}">
      <dsp:nvSpPr>
        <dsp:cNvPr id="0" name=""/>
        <dsp:cNvSpPr/>
      </dsp:nvSpPr>
      <dsp:spPr>
        <a:xfrm>
          <a:off x="4244583" y="1206817"/>
          <a:ext cx="1819107" cy="16090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Retirar cualquier objeto que este obstruyendo.</a:t>
          </a:r>
        </a:p>
      </dsp:txBody>
      <dsp:txXfrm>
        <a:off x="4323132" y="1285366"/>
        <a:ext cx="1662009" cy="14519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7ACA8A-26F7-4A07-A997-E160C472E99C}">
      <dsp:nvSpPr>
        <dsp:cNvPr id="0" name=""/>
        <dsp:cNvSpPr/>
      </dsp:nvSpPr>
      <dsp:spPr>
        <a:xfrm rot="16200000">
          <a:off x="205" y="513881"/>
          <a:ext cx="2350437" cy="2350437"/>
        </a:xfrm>
        <a:prstGeom prst="up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234696" rIns="234696" bIns="23469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300" kern="1200" dirty="0"/>
            <a:t>Internas</a:t>
          </a:r>
        </a:p>
      </dsp:txBody>
      <dsp:txXfrm rot="5400000">
        <a:off x="411531" y="1101490"/>
        <a:ext cx="1939111" cy="1175219"/>
      </dsp:txXfrm>
    </dsp:sp>
    <dsp:sp modelId="{879D6209-B55B-4AB9-B447-677D544EC6A3}">
      <dsp:nvSpPr>
        <dsp:cNvPr id="0" name=""/>
        <dsp:cNvSpPr/>
      </dsp:nvSpPr>
      <dsp:spPr>
        <a:xfrm rot="5400000">
          <a:off x="2586481" y="513881"/>
          <a:ext cx="2350437" cy="2350437"/>
        </a:xfrm>
        <a:prstGeom prst="up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234696" rIns="234696" bIns="23469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300" kern="1200" dirty="0"/>
            <a:t>Externas</a:t>
          </a:r>
        </a:p>
      </dsp:txBody>
      <dsp:txXfrm rot="-5400000">
        <a:off x="2586481" y="1101490"/>
        <a:ext cx="1939111" cy="117521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076B5B-65C6-496B-8465-3F1B895782F7}">
      <dsp:nvSpPr>
        <dsp:cNvPr id="0" name=""/>
        <dsp:cNvSpPr/>
      </dsp:nvSpPr>
      <dsp:spPr>
        <a:xfrm>
          <a:off x="6798" y="326740"/>
          <a:ext cx="2936251" cy="2191849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87630" rIns="29210" bIns="2921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300" kern="1200" dirty="0"/>
            <a:t>Ruptura de los ligamentos articulares.</a:t>
          </a:r>
        </a:p>
      </dsp:txBody>
      <dsp:txXfrm>
        <a:off x="58156" y="378098"/>
        <a:ext cx="2833535" cy="2140491"/>
      </dsp:txXfrm>
    </dsp:sp>
    <dsp:sp modelId="{88FD014E-A076-4DC5-B613-06EDB035BBC5}">
      <dsp:nvSpPr>
        <dsp:cNvPr id="0" name=""/>
        <dsp:cNvSpPr/>
      </dsp:nvSpPr>
      <dsp:spPr>
        <a:xfrm>
          <a:off x="6798" y="2518589"/>
          <a:ext cx="2936251" cy="9424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0" rIns="52070" bIns="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100" kern="1200" dirty="0"/>
            <a:t>Esguince</a:t>
          </a:r>
        </a:p>
      </dsp:txBody>
      <dsp:txXfrm>
        <a:off x="6798" y="2518589"/>
        <a:ext cx="2067782" cy="942495"/>
      </dsp:txXfrm>
    </dsp:sp>
    <dsp:sp modelId="{C7E32A53-0CB4-4175-B5BE-1EF1E9F0F3D4}">
      <dsp:nvSpPr>
        <dsp:cNvPr id="0" name=""/>
        <dsp:cNvSpPr/>
      </dsp:nvSpPr>
      <dsp:spPr>
        <a:xfrm>
          <a:off x="2157642" y="2668296"/>
          <a:ext cx="1027687" cy="1027687"/>
        </a:xfrm>
        <a:prstGeom prst="ellipse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390940-57BA-42ED-802A-3698E0B26AE0}">
      <dsp:nvSpPr>
        <dsp:cNvPr id="0" name=""/>
        <dsp:cNvSpPr/>
      </dsp:nvSpPr>
      <dsp:spPr>
        <a:xfrm>
          <a:off x="3439933" y="326740"/>
          <a:ext cx="2936251" cy="2191849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87630" rIns="29210" bIns="2921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300" kern="1200" dirty="0"/>
            <a:t> Perdida de contacto entre los huesos de la articulación, lo que se conoce como dislocación. 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2300" kern="1200"/>
        </a:p>
      </dsp:txBody>
      <dsp:txXfrm>
        <a:off x="3491291" y="378098"/>
        <a:ext cx="2833535" cy="2140491"/>
      </dsp:txXfrm>
    </dsp:sp>
    <dsp:sp modelId="{4AAD5A50-090D-408A-BBA7-AD8F8F4D56E6}">
      <dsp:nvSpPr>
        <dsp:cNvPr id="0" name=""/>
        <dsp:cNvSpPr/>
      </dsp:nvSpPr>
      <dsp:spPr>
        <a:xfrm>
          <a:off x="3439933" y="2518589"/>
          <a:ext cx="2936251" cy="9424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0" rIns="52070" bIns="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100" kern="1200" dirty="0"/>
            <a:t>Luxación</a:t>
          </a:r>
        </a:p>
      </dsp:txBody>
      <dsp:txXfrm>
        <a:off x="3439933" y="2518589"/>
        <a:ext cx="2067782" cy="942495"/>
      </dsp:txXfrm>
    </dsp:sp>
    <dsp:sp modelId="{FEDA9CAC-BA9D-4F16-98BF-DBDB8888643E}">
      <dsp:nvSpPr>
        <dsp:cNvPr id="0" name=""/>
        <dsp:cNvSpPr/>
      </dsp:nvSpPr>
      <dsp:spPr>
        <a:xfrm>
          <a:off x="5590778" y="2668296"/>
          <a:ext cx="1027687" cy="1027687"/>
        </a:xfrm>
        <a:prstGeom prst="ellipse">
          <a:avLst/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B4CC44-712B-49B7-84F6-8D76A00DDF23}">
      <dsp:nvSpPr>
        <dsp:cNvPr id="0" name=""/>
        <dsp:cNvSpPr/>
      </dsp:nvSpPr>
      <dsp:spPr>
        <a:xfrm>
          <a:off x="6873069" y="326740"/>
          <a:ext cx="2936251" cy="2191849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87630" rIns="29210" bIns="2921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300" kern="1200" dirty="0"/>
            <a:t>Perdida de la continuación del tejido óseo.</a:t>
          </a:r>
        </a:p>
      </dsp:txBody>
      <dsp:txXfrm>
        <a:off x="6924427" y="378098"/>
        <a:ext cx="2833535" cy="2140491"/>
      </dsp:txXfrm>
    </dsp:sp>
    <dsp:sp modelId="{1CE1C1DC-B0CB-4987-9E9C-9C35FA542EBD}">
      <dsp:nvSpPr>
        <dsp:cNvPr id="0" name=""/>
        <dsp:cNvSpPr/>
      </dsp:nvSpPr>
      <dsp:spPr>
        <a:xfrm>
          <a:off x="6873069" y="2518589"/>
          <a:ext cx="2936251" cy="9424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0" rIns="52070" bIns="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100" kern="1200" dirty="0"/>
            <a:t>Fractura</a:t>
          </a:r>
        </a:p>
      </dsp:txBody>
      <dsp:txXfrm>
        <a:off x="6873069" y="2518589"/>
        <a:ext cx="2067782" cy="942495"/>
      </dsp:txXfrm>
    </dsp:sp>
    <dsp:sp modelId="{90FFF2BF-31D0-484C-8034-4B1627CD94CE}">
      <dsp:nvSpPr>
        <dsp:cNvPr id="0" name=""/>
        <dsp:cNvSpPr/>
      </dsp:nvSpPr>
      <dsp:spPr>
        <a:xfrm>
          <a:off x="9023913" y="2668296"/>
          <a:ext cx="1027687" cy="1027687"/>
        </a:xfrm>
        <a:prstGeom prst="ellipse">
          <a:avLst/>
        </a:prstGeom>
        <a:blipFill rotWithShape="1">
          <a:blip xmlns:r="http://schemas.openxmlformats.org/officeDocument/2006/relationships" r:embed="rId3"/>
          <a:stretch>
            <a:fillRect/>
          </a:stretch>
        </a:blip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8B47FF-6ACC-43BD-B824-DD9C70797BAC}">
      <dsp:nvSpPr>
        <dsp:cNvPr id="0" name=""/>
        <dsp:cNvSpPr/>
      </dsp:nvSpPr>
      <dsp:spPr>
        <a:xfrm>
          <a:off x="5255" y="283136"/>
          <a:ext cx="2389559" cy="1408927"/>
        </a:xfrm>
        <a:prstGeom prst="roundRect">
          <a:avLst>
            <a:gd name="adj" fmla="val 10000"/>
          </a:avLst>
        </a:prstGeom>
        <a:solidFill>
          <a:srgbClr val="0070C0"/>
        </a:solidFill>
        <a:ln w="15875" cap="flat" cmpd="sng" algn="ctr">
          <a:noFill/>
          <a:prstDash val="solid"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/>
            <a:t>Puede caminar el paciente?</a:t>
          </a:r>
        </a:p>
      </dsp:txBody>
      <dsp:txXfrm>
        <a:off x="5255" y="283136"/>
        <a:ext cx="2389559" cy="939284"/>
      </dsp:txXfrm>
    </dsp:sp>
    <dsp:sp modelId="{19CB6C1B-1C96-4F8C-BFE5-1F903D831222}">
      <dsp:nvSpPr>
        <dsp:cNvPr id="0" name=""/>
        <dsp:cNvSpPr/>
      </dsp:nvSpPr>
      <dsp:spPr>
        <a:xfrm>
          <a:off x="494683" y="1222421"/>
          <a:ext cx="2389559" cy="21816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noFill/>
          <a:prstDash val="solid"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400" kern="1200" dirty="0"/>
            <a:t>Evaluación inicial en la escena</a:t>
          </a:r>
        </a:p>
      </dsp:txBody>
      <dsp:txXfrm>
        <a:off x="558582" y="1286320"/>
        <a:ext cx="2261761" cy="2053886"/>
      </dsp:txXfrm>
    </dsp:sp>
    <dsp:sp modelId="{C0A24CBA-6610-4FF8-AD18-16B744B98B6D}">
      <dsp:nvSpPr>
        <dsp:cNvPr id="0" name=""/>
        <dsp:cNvSpPr/>
      </dsp:nvSpPr>
      <dsp:spPr>
        <a:xfrm>
          <a:off x="2757063" y="455313"/>
          <a:ext cx="767967" cy="5949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900" kern="1200"/>
        </a:p>
      </dsp:txBody>
      <dsp:txXfrm>
        <a:off x="2757063" y="574299"/>
        <a:ext cx="589488" cy="356959"/>
      </dsp:txXfrm>
    </dsp:sp>
    <dsp:sp modelId="{D053D7D3-FEB9-4212-848C-AF67F751AE23}">
      <dsp:nvSpPr>
        <dsp:cNvPr id="0" name=""/>
        <dsp:cNvSpPr/>
      </dsp:nvSpPr>
      <dsp:spPr>
        <a:xfrm>
          <a:off x="3843809" y="283136"/>
          <a:ext cx="2389559" cy="1408927"/>
        </a:xfrm>
        <a:prstGeom prst="roundRect">
          <a:avLst>
            <a:gd name="adj" fmla="val 10000"/>
          </a:avLst>
        </a:prstGeom>
        <a:solidFill>
          <a:srgbClr val="00B050"/>
        </a:solidFill>
        <a:ln w="15875" cap="flat" cmpd="sng" algn="ctr">
          <a:noFill/>
          <a:prstDash val="solid"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/>
            <a:t>SI</a:t>
          </a:r>
        </a:p>
      </dsp:txBody>
      <dsp:txXfrm>
        <a:off x="3843809" y="283136"/>
        <a:ext cx="2389559" cy="939284"/>
      </dsp:txXfrm>
    </dsp:sp>
    <dsp:sp modelId="{89D0B2A5-D727-4EEE-A037-ADD3EFF9FFC4}">
      <dsp:nvSpPr>
        <dsp:cNvPr id="0" name=""/>
        <dsp:cNvSpPr/>
      </dsp:nvSpPr>
      <dsp:spPr>
        <a:xfrm>
          <a:off x="4333237" y="1222421"/>
          <a:ext cx="2389559" cy="21816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noFill/>
          <a:prstDash val="solid"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400" kern="1200" dirty="0"/>
            <a:t>Código verde, últimos en ser trasladados.</a:t>
          </a:r>
        </a:p>
      </dsp:txBody>
      <dsp:txXfrm>
        <a:off x="4397136" y="1286320"/>
        <a:ext cx="2261761" cy="2053886"/>
      </dsp:txXfrm>
    </dsp:sp>
    <dsp:sp modelId="{53F919DF-ED20-4254-849B-22CFB6111E5C}">
      <dsp:nvSpPr>
        <dsp:cNvPr id="0" name=""/>
        <dsp:cNvSpPr/>
      </dsp:nvSpPr>
      <dsp:spPr>
        <a:xfrm>
          <a:off x="6595617" y="455313"/>
          <a:ext cx="767967" cy="5949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900" kern="1200"/>
        </a:p>
      </dsp:txBody>
      <dsp:txXfrm>
        <a:off x="6595617" y="574299"/>
        <a:ext cx="589488" cy="356959"/>
      </dsp:txXfrm>
    </dsp:sp>
    <dsp:sp modelId="{B2F37EF6-3C23-4929-B626-F8286DCA9643}">
      <dsp:nvSpPr>
        <dsp:cNvPr id="0" name=""/>
        <dsp:cNvSpPr/>
      </dsp:nvSpPr>
      <dsp:spPr>
        <a:xfrm>
          <a:off x="7682363" y="283136"/>
          <a:ext cx="2389559" cy="1408927"/>
        </a:xfrm>
        <a:prstGeom prst="roundRect">
          <a:avLst>
            <a:gd name="adj" fmla="val 10000"/>
          </a:avLst>
        </a:prstGeom>
        <a:solidFill>
          <a:srgbClr val="00B050"/>
        </a:solidFill>
        <a:ln w="15875" cap="flat" cmpd="sng" algn="ctr">
          <a:noFill/>
          <a:prstDash val="solid"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/>
            <a:t>Moverlos a un área segura</a:t>
          </a:r>
        </a:p>
      </dsp:txBody>
      <dsp:txXfrm>
        <a:off x="7682363" y="283136"/>
        <a:ext cx="2389559" cy="939284"/>
      </dsp:txXfrm>
    </dsp:sp>
    <dsp:sp modelId="{F13648E0-5891-490B-B195-98E10983E529}">
      <dsp:nvSpPr>
        <dsp:cNvPr id="0" name=""/>
        <dsp:cNvSpPr/>
      </dsp:nvSpPr>
      <dsp:spPr>
        <a:xfrm>
          <a:off x="8171791" y="1222421"/>
          <a:ext cx="2389559" cy="21816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noFill/>
          <a:prstDash val="solid"/>
        </a:ln>
        <a:effectLst>
          <a:outerShdw blurRad="107950" dist="12700" dir="5400000" algn="ctr" rotWithShape="0">
            <a:srgbClr val="000000"/>
          </a:outerShdw>
        </a:effectLst>
        <a:scene3d>
          <a:camera prst="orthographicFront">
            <a:rot lat="0" lon="0" rev="0"/>
          </a:camera>
          <a:lightRig rig="soft" dir="t">
            <a:rot lat="0" lon="0" rev="0"/>
          </a:lightRig>
        </a:scene3d>
        <a:sp3d contourW="44450" prstMaterial="matte">
          <a:bevelT w="63500" h="63500" prst="artDeco"/>
          <a:contourClr>
            <a:srgbClr val="FFFFFF"/>
          </a:contourClr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400" kern="1200" dirty="0"/>
            <a:t>Sirven de apoyo y para cuidar de otros pacientes</a:t>
          </a:r>
        </a:p>
      </dsp:txBody>
      <dsp:txXfrm>
        <a:off x="8235690" y="1286320"/>
        <a:ext cx="2261761" cy="205388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62EEFB-52CA-4C4C-85E5-F9D5C97570B1}">
      <dsp:nvSpPr>
        <dsp:cNvPr id="0" name=""/>
        <dsp:cNvSpPr/>
      </dsp:nvSpPr>
      <dsp:spPr>
        <a:xfrm rot="5400000">
          <a:off x="-224" y="385598"/>
          <a:ext cx="6008666" cy="6008217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C5E567-3CD3-4996-AEEB-815DCF92BAC1}">
      <dsp:nvSpPr>
        <dsp:cNvPr id="0" name=""/>
        <dsp:cNvSpPr/>
      </dsp:nvSpPr>
      <dsp:spPr>
        <a:xfrm rot="16200000">
          <a:off x="6183557" y="411556"/>
          <a:ext cx="6008666" cy="6008217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EF2241-B5BC-4294-8678-E160DAC6EE54}">
      <dsp:nvSpPr>
        <dsp:cNvPr id="0" name=""/>
        <dsp:cNvSpPr/>
      </dsp:nvSpPr>
      <dsp:spPr>
        <a:xfrm>
          <a:off x="6995150" y="5661556"/>
          <a:ext cx="2692683" cy="775667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kern="1200" dirty="0"/>
            <a:t>COMPROBAR ESTADO DE CONCIENCIA</a:t>
          </a:r>
        </a:p>
      </dsp:txBody>
      <dsp:txXfrm>
        <a:off x="6995150" y="5661556"/>
        <a:ext cx="2692683" cy="775667"/>
      </dsp:txXfrm>
    </dsp:sp>
    <dsp:sp modelId="{00E85A9D-D518-4C75-8916-33ABA0C8DE6F}">
      <dsp:nvSpPr>
        <dsp:cNvPr id="0" name=""/>
        <dsp:cNvSpPr/>
      </dsp:nvSpPr>
      <dsp:spPr>
        <a:xfrm>
          <a:off x="7285808" y="2084147"/>
          <a:ext cx="2249937" cy="217875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s-MX" sz="1400" kern="1200" dirty="0">
              <a:latin typeface="Arial" panose="020B0604020202020204" pitchFamily="34" charset="0"/>
              <a:cs typeface="Arial" panose="020B0604020202020204" pitchFamily="34" charset="0"/>
            </a:rPr>
            <a:t>COMPRUEBE CIRCULACION</a:t>
          </a:r>
        </a:p>
      </dsp:txBody>
      <dsp:txXfrm>
        <a:off x="7599989" y="2341069"/>
        <a:ext cx="1297261" cy="1664912"/>
      </dsp:txXfrm>
    </dsp:sp>
    <dsp:sp modelId="{8462EBD5-6C9B-4D1D-9605-D7770581CE5A}">
      <dsp:nvSpPr>
        <dsp:cNvPr id="0" name=""/>
        <dsp:cNvSpPr/>
      </dsp:nvSpPr>
      <dsp:spPr>
        <a:xfrm>
          <a:off x="9559115" y="2026932"/>
          <a:ext cx="2293187" cy="229318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>
              <a:latin typeface="Arial" panose="020B0604020202020204" pitchFamily="34" charset="0"/>
              <a:cs typeface="Arial" panose="020B0604020202020204" pitchFamily="34" charset="0"/>
            </a:rPr>
            <a:t>LLENADO CAPILAR</a:t>
          </a:r>
        </a:p>
      </dsp:txBody>
      <dsp:txXfrm>
        <a:off x="10209885" y="2297348"/>
        <a:ext cx="1322198" cy="1752355"/>
      </dsp:txXfrm>
    </dsp:sp>
    <dsp:sp modelId="{9054FD6C-809C-4B40-AA8F-EF79325FC0F7}">
      <dsp:nvSpPr>
        <dsp:cNvPr id="0" name=""/>
        <dsp:cNvSpPr/>
      </dsp:nvSpPr>
      <dsp:spPr>
        <a:xfrm>
          <a:off x="571509" y="4453916"/>
          <a:ext cx="3575159" cy="206923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INMEDIATO</a:t>
          </a:r>
        </a:p>
      </dsp:txBody>
      <dsp:txXfrm>
        <a:off x="1095079" y="4756948"/>
        <a:ext cx="2528019" cy="1463170"/>
      </dsp:txXfrm>
    </dsp:sp>
    <dsp:sp modelId="{71DCE242-0794-45E1-A3F2-6DFF7C3A613B}">
      <dsp:nvSpPr>
        <dsp:cNvPr id="0" name=""/>
        <dsp:cNvSpPr/>
      </dsp:nvSpPr>
      <dsp:spPr>
        <a:xfrm>
          <a:off x="12107850" y="6623243"/>
          <a:ext cx="84149" cy="23475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E418D8B2-4E94-418C-AF4E-ED49128149CA}">
      <dsp:nvSpPr>
        <dsp:cNvPr id="0" name=""/>
        <dsp:cNvSpPr/>
      </dsp:nvSpPr>
      <dsp:spPr>
        <a:xfrm>
          <a:off x="12079978" y="6767777"/>
          <a:ext cx="112021" cy="9022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ABA11EBE-08B1-48D8-8219-4E6CF2CD219A}">
      <dsp:nvSpPr>
        <dsp:cNvPr id="0" name=""/>
        <dsp:cNvSpPr/>
      </dsp:nvSpPr>
      <dsp:spPr>
        <a:xfrm>
          <a:off x="574891" y="176524"/>
          <a:ext cx="3528241" cy="176044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>
              <a:latin typeface="Arial" panose="020B0604020202020204" pitchFamily="34" charset="0"/>
              <a:cs typeface="Arial" panose="020B0604020202020204" pitchFamily="34" charset="0"/>
            </a:rPr>
            <a:t>AUSENTE</a:t>
          </a:r>
        </a:p>
      </dsp:txBody>
      <dsp:txXfrm>
        <a:off x="1091590" y="434335"/>
        <a:ext cx="2494843" cy="1244824"/>
      </dsp:txXfrm>
    </dsp:sp>
    <dsp:sp modelId="{88474C6E-F3E1-496B-A9E8-3958E9576D37}">
      <dsp:nvSpPr>
        <dsp:cNvPr id="0" name=""/>
        <dsp:cNvSpPr/>
      </dsp:nvSpPr>
      <dsp:spPr>
        <a:xfrm>
          <a:off x="12029272" y="6742166"/>
          <a:ext cx="162727" cy="11583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0F05F196-9D76-44F9-86BF-29C3C712E883}">
      <dsp:nvSpPr>
        <dsp:cNvPr id="0" name=""/>
        <dsp:cNvSpPr/>
      </dsp:nvSpPr>
      <dsp:spPr>
        <a:xfrm>
          <a:off x="634579" y="2155104"/>
          <a:ext cx="3457927" cy="204757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CONTROL DE HEMORRAGIAS?</a:t>
          </a:r>
        </a:p>
      </dsp:txBody>
      <dsp:txXfrm>
        <a:off x="1140981" y="2454964"/>
        <a:ext cx="2445123" cy="1447850"/>
      </dsp:txXfrm>
    </dsp:sp>
    <dsp:sp modelId="{79F9BADD-01B3-46E2-BD95-BF2F88D047E9}">
      <dsp:nvSpPr>
        <dsp:cNvPr id="0" name=""/>
        <dsp:cNvSpPr/>
      </dsp:nvSpPr>
      <dsp:spPr>
        <a:xfrm>
          <a:off x="4439732" y="4"/>
          <a:ext cx="3995934" cy="1202118"/>
        </a:xfrm>
        <a:prstGeom prst="rect">
          <a:avLst/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>
              <a:latin typeface="Arial" panose="020B0604020202020204" pitchFamily="34" charset="0"/>
              <a:cs typeface="Arial" panose="020B0604020202020204" pitchFamily="34" charset="0"/>
            </a:rPr>
            <a:t>PULSO RADIAL</a:t>
          </a:r>
        </a:p>
      </dsp:txBody>
      <dsp:txXfrm>
        <a:off x="4439732" y="4"/>
        <a:ext cx="3995934" cy="120211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26715F-2F65-4988-A920-55C6487A6838}">
      <dsp:nvSpPr>
        <dsp:cNvPr id="0" name=""/>
        <dsp:cNvSpPr/>
      </dsp:nvSpPr>
      <dsp:spPr>
        <a:xfrm>
          <a:off x="1306285" y="1267144"/>
          <a:ext cx="7837713" cy="4214854"/>
        </a:xfrm>
        <a:prstGeom prst="round2DiagRect">
          <a:avLst>
            <a:gd name="adj1" fmla="val 0"/>
            <a:gd name="adj2" fmla="val 16670"/>
          </a:avLst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085C44-3253-42D7-9DB1-71926CA400F3}">
      <dsp:nvSpPr>
        <dsp:cNvPr id="0" name=""/>
        <dsp:cNvSpPr/>
      </dsp:nvSpPr>
      <dsp:spPr>
        <a:xfrm>
          <a:off x="5225142" y="1714174"/>
          <a:ext cx="1045" cy="3320794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958E9A-5FE8-455E-8F21-E2AE8608BF1F}">
      <dsp:nvSpPr>
        <dsp:cNvPr id="0" name=""/>
        <dsp:cNvSpPr/>
      </dsp:nvSpPr>
      <dsp:spPr>
        <a:xfrm>
          <a:off x="1567542" y="1586451"/>
          <a:ext cx="3396342" cy="357624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t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5600" kern="1200" dirty="0"/>
            <a:t>NO OBEDECE ORDENES SIMPLES</a:t>
          </a:r>
        </a:p>
      </dsp:txBody>
      <dsp:txXfrm>
        <a:off x="1567542" y="1586451"/>
        <a:ext cx="3396342" cy="3576240"/>
      </dsp:txXfrm>
    </dsp:sp>
    <dsp:sp modelId="{CA7AF6DE-00CD-4ED9-ADCF-A69B751212CB}">
      <dsp:nvSpPr>
        <dsp:cNvPr id="0" name=""/>
        <dsp:cNvSpPr/>
      </dsp:nvSpPr>
      <dsp:spPr>
        <a:xfrm>
          <a:off x="5486399" y="1586451"/>
          <a:ext cx="3396342" cy="357624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t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5600" kern="1200" dirty="0"/>
            <a:t>SI OBEDECE ORDENES SIMPLES</a:t>
          </a:r>
        </a:p>
      </dsp:txBody>
      <dsp:txXfrm>
        <a:off x="5486399" y="1586451"/>
        <a:ext cx="3396342" cy="3576240"/>
      </dsp:txXfrm>
    </dsp:sp>
    <dsp:sp modelId="{DD23D257-145D-4064-836A-503156F67B9E}">
      <dsp:nvSpPr>
        <dsp:cNvPr id="0" name=""/>
        <dsp:cNvSpPr/>
      </dsp:nvSpPr>
      <dsp:spPr>
        <a:xfrm rot="16200000">
          <a:off x="-1645868" y="2522819"/>
          <a:ext cx="4598023" cy="1306285"/>
        </a:xfrm>
        <a:prstGeom prst="rightArrow">
          <a:avLst>
            <a:gd name="adj1" fmla="val 49830"/>
            <a:gd name="adj2" fmla="val 60660"/>
          </a:avLst>
        </a:prstGeom>
        <a:solidFill>
          <a:schemeClr val="accent1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>
              <a:latin typeface="Arial" panose="020B0604020202020204" pitchFamily="34" charset="0"/>
              <a:cs typeface="Arial" panose="020B0604020202020204" pitchFamily="34" charset="0"/>
            </a:rPr>
            <a:t>INMEDIATO</a:t>
          </a:r>
        </a:p>
      </dsp:txBody>
      <dsp:txXfrm>
        <a:off x="-1448444" y="3047926"/>
        <a:ext cx="4203174" cy="650921"/>
      </dsp:txXfrm>
    </dsp:sp>
    <dsp:sp modelId="{17CA1EA7-CBCA-41B1-A08A-251C545C294A}">
      <dsp:nvSpPr>
        <dsp:cNvPr id="0" name=""/>
        <dsp:cNvSpPr/>
      </dsp:nvSpPr>
      <dsp:spPr>
        <a:xfrm rot="5400000">
          <a:off x="7481566" y="2994479"/>
          <a:ext cx="4598023" cy="1306285"/>
        </a:xfrm>
        <a:prstGeom prst="rightArrow">
          <a:avLst>
            <a:gd name="adj1" fmla="val 49830"/>
            <a:gd name="adj2" fmla="val 60660"/>
          </a:avLst>
        </a:prstGeom>
        <a:solidFill>
          <a:srgbClr val="FFFF0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2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RETARDADO</a:t>
          </a:r>
        </a:p>
      </dsp:txBody>
      <dsp:txXfrm>
        <a:off x="7678991" y="3124737"/>
        <a:ext cx="4203174" cy="6509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arrow1">
  <dgm:title val=""/>
  <dgm:desc val=""/>
  <dgm:catLst>
    <dgm:cat type="relationship" pri="7000"/>
    <dgm:cat type="process" pri="3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0.1"/>
          <dgm:constr type="diam" refType="w" refFor="ch" refPtType="node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"/>
        </dgm:constrLst>
      </dgm:if>
      <dgm:if name="Name13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15"/>
        </dgm:constrLst>
      </dgm:if>
      <dgm:if name="Name14" axis="ch" ptType="node" func="cnt" op="equ" val="10">
        <dgm:constrLst>
          <dgm:constr type="primFontSz" for="ch" ptType="node" op="lte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else name="Name1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35"/>
        </dgm:constrLst>
      </dgm:else>
    </dgm:choose>
    <dgm:ruleLst/>
    <dgm:forEach name="Name16" axis="ch" ptType="node">
      <dgm:layoutNode name="arrow">
        <dgm:varLst>
          <dgm:bulletEnabled val="1"/>
        </dgm:varLst>
        <dgm:alg type="tx"/>
        <dgm:shape xmlns:r="http://schemas.openxmlformats.org/officeDocument/2006/relationships" type="up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9/3/layout/PhasedProcess">
  <dgm:title val=""/>
  <dgm:desc val=""/>
  <dgm:catLst>
    <dgm:cat type="process" pri="1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clrData>
  <dgm:layoutNode name="Name0">
    <dgm:varLst>
      <dgm:chMax val="3"/>
      <dgm:chPref val="3"/>
      <dgm:bulletEnabled val="1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gte" val="3">
        <dgm:alg type="composite">
          <dgm:param type="ar" val="2.8316"/>
        </dgm:alg>
        <dgm:choose name="Name3">
          <dgm:if name="Name4" func="var" arg="dir" op="equ" val="norm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parentText3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rightChild" refType="primFontSz" refFor="des" refForName="parentText1" op="lte"/>
              <dgm:constr type="primFontSz" for="des" forName="rightChild" refType="primFontSz" refFor="des" refForName="parentText2" op="lte"/>
              <dgm:constr type="primFontSz" for="des" forName="rightChild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0567"/>
              <dgm:constr type="t" for="ch" forName="leftComposite" refType="h" fact="0.1159"/>
              <dgm:constr type="w" for="ch" forName="leftComposite" refType="w" fact="0.2455"/>
              <dgm:constr type="h" for="ch" forName="leftComposite" refType="h" fact="0.6953"/>
              <dgm:constr type="l" for="ch" forName="middleComposite" refType="w" fact="0.365"/>
              <dgm:constr type="t" for="ch" forName="middleComposite" refType="h" fact="0.1545"/>
              <dgm:constr type="w" for="ch" forName="middleComposite" refType="w" fact="0.2728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3305"/>
              <dgm:constr type="h" for="ch" forName="arc1" refType="h" fact="0.9357"/>
              <dgm:constr type="l" for="ch" forName="arc2" refType="w" fact="0.3295"/>
              <dgm:constr type="t" for="ch" forName="arc2" refType="h" fact="0"/>
              <dgm:constr type="w" for="ch" forName="arc2" refType="w" fact="0.3305"/>
              <dgm:constr type="h" for="ch" forName="arc2" refType="h" fact="0.9357"/>
              <dgm:constr type="l" for="ch" forName="arc3" refType="w" fact="0.3401"/>
              <dgm:constr type="t" for="ch" forName="arc3" refType="h" fact="0"/>
              <dgm:constr type="w" for="ch" forName="arc3" refType="w" fact="0.3305"/>
              <dgm:constr type="h" for="ch" forName="arc3" refType="h" fact="0.9357"/>
              <dgm:constr type="l" for="ch" forName="arc4" refType="w" fact="0.6695"/>
              <dgm:constr type="t" for="ch" forName="arc4" refType="h" fact="0"/>
              <dgm:constr type="w" for="ch" forName="arc4" refType="w" fact="0.3305"/>
              <dgm:constr type="h" for="ch" forName="arc4" refType="h" fact="0.9357"/>
              <dgm:constr type="l" for="ch" forName="rightChild" refType="w" fact="0.713"/>
              <dgm:constr type="t" for="ch" forName="rightChild" refType="h" fact="0.1934"/>
              <dgm:constr type="w" for="ch" forName="rightChild" refType="w" fact="0.193"/>
              <dgm:constr type="h" for="ch" forName="rightChild" refType="h" fact="0.5464"/>
              <dgm:constr type="l" for="ch" forName="parentText1" refType="w" fact="0.0621"/>
              <dgm:constr type="t" for="ch" forName="parentText1" refType="h" fact="0.8128"/>
              <dgm:constr type="w" for="ch" forName="parentText1" refType="w" fact="0.2509"/>
              <dgm:constr type="h" for="ch" forName="parentText1" refType="h" fact="0.1872"/>
              <dgm:constr type="l" for="ch" forName="parentText2" refType="w" fact="0.3792"/>
              <dgm:constr type="t" for="ch" forName="parentText2" refType="h" fact="0.8128"/>
              <dgm:constr type="w" for="ch" forName="parentText2" refType="w" fact="0.2509"/>
              <dgm:constr type="h" for="ch" forName="parentText2" refType="h" fact="0.1872"/>
              <dgm:constr type="l" for="ch" forName="parentText3" refType="w" fact="0.6845"/>
              <dgm:constr type="t" for="ch" forName="parentText3" refType="h" fact="0.8128"/>
              <dgm:constr type="w" for="ch" forName="parentText3" refType="w" fact="0.2509"/>
              <dgm:constr type="h" for="ch" forName="parentText3" refType="h" fact="0.1872"/>
            </dgm:constrLst>
          </dgm:if>
          <dgm:else name="Name5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parentText3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rightChild" refType="primFontSz" refFor="des" refForName="parentText1" op="lte"/>
              <dgm:constr type="primFontSz" for="des" forName="rightChild" refType="primFontSz" refFor="des" refForName="parentText2" op="lte"/>
              <dgm:constr type="primFontSz" for="des" forName="rightChild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72"/>
              <dgm:constr type="t" for="ch" forName="leftComposite" refType="h" fact="0.1159"/>
              <dgm:constr type="w" for="ch" forName="leftComposite" refType="w" fact="0.2455"/>
              <dgm:constr type="h" for="ch" forName="leftComposite" refType="h" fact="0.6953"/>
              <dgm:constr type="l" for="ch" forName="middleComposite" refType="w" fact="0.365"/>
              <dgm:constr type="t" for="ch" forName="middleComposite" refType="h" fact="0.1545"/>
              <dgm:constr type="w" for="ch" forName="middleComposite" refType="w" fact="0.2728"/>
              <dgm:constr type="h" for="ch" forName="middleComposite" refType="h" fact="0.6567"/>
              <dgm:constr type="l" for="ch" forName="rightChild" refType="w" fact="0.09"/>
              <dgm:constr type="t" for="ch" forName="rightChild" refType="h" fact="0.1934"/>
              <dgm:constr type="w" for="ch" forName="rightChild" refType="w" fact="0.193"/>
              <dgm:constr type="h" for="ch" forName="rightChild" refType="h" fact="0.5464"/>
              <dgm:constr type="l" for="ch" forName="arc1" refType="w" fact="0"/>
              <dgm:constr type="t" for="ch" forName="arc1" refType="h" fact="0"/>
              <dgm:constr type="w" for="ch" forName="arc1" refType="w" fact="0.3305"/>
              <dgm:constr type="h" for="ch" forName="arc1" refType="h" fact="0.9357"/>
              <dgm:constr type="l" for="ch" forName="arc2" refType="w" fact="0.3295"/>
              <dgm:constr type="t" for="ch" forName="arc2" refType="h" fact="0"/>
              <dgm:constr type="w" for="ch" forName="arc2" refType="w" fact="0.3305"/>
              <dgm:constr type="h" for="ch" forName="arc2" refType="h" fact="0.9357"/>
              <dgm:constr type="l" for="ch" forName="arc3" refType="w" fact="0.3401"/>
              <dgm:constr type="t" for="ch" forName="arc3" refType="h" fact="0"/>
              <dgm:constr type="w" for="ch" forName="arc3" refType="w" fact="0.3305"/>
              <dgm:constr type="h" for="ch" forName="arc3" refType="h" fact="0.9357"/>
              <dgm:constr type="l" for="ch" forName="arc4" refType="w" fact="0.6695"/>
              <dgm:constr type="t" for="ch" forName="arc4" refType="h" fact="0"/>
              <dgm:constr type="w" for="ch" forName="arc4" refType="w" fact="0.3305"/>
              <dgm:constr type="h" for="ch" forName="arc4" refType="h" fact="0.9357"/>
              <dgm:constr type="l" for="ch" forName="parentText1" refType="w" fact="0.7"/>
              <dgm:constr type="t" for="ch" forName="parentText1" refType="h" fact="0.8128"/>
              <dgm:constr type="w" for="ch" forName="parentText1" refType="w" fact="0.2509"/>
              <dgm:constr type="h" for="ch" forName="parentText1" refType="h" fact="0.1872"/>
              <dgm:constr type="l" for="ch" forName="parentText2" refType="w" fact="0.3792"/>
              <dgm:constr type="t" for="ch" forName="parentText2" refType="h" fact="0.8128"/>
              <dgm:constr type="w" for="ch" forName="parentText2" refType="w" fact="0.2509"/>
              <dgm:constr type="h" for="ch" forName="parentText2" refType="h" fact="0.1872"/>
              <dgm:constr type="l" for="ch" forName="parentText3" refType="w" fact="0.062"/>
              <dgm:constr type="t" for="ch" forName="parentText3" refType="h" fact="0.8128"/>
              <dgm:constr type="w" for="ch" forName="parentText3" refType="w" fact="0.2509"/>
              <dgm:constr type="h" for="ch" forName="parentText3" refType="h" fact="0.1872"/>
            </dgm:constrLst>
          </dgm:else>
        </dgm:choose>
      </dgm:if>
      <dgm:if name="Name6" axis="ch" ptType="node" func="cnt" op="gte" val="2">
        <dgm:alg type="composite">
          <dgm:param type="ar" val="1.8986"/>
        </dgm:alg>
        <dgm:choose name="Name7">
          <dgm:if name="Name8" func="var" arg="dir" op="equ" val="norm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0941"/>
              <dgm:constr type="t" for="ch" forName="leftComposite" refType="h" fact="0.1159"/>
              <dgm:constr type="w" for="ch" forName="leftComposite" refType="w" fact="0.3469"/>
              <dgm:constr type="h" for="ch" forName="leftComposite" refType="h" fact="0.6953"/>
              <dgm:constr type="l" for="ch" forName="middleComposite" refType="w" fact="0.5782"/>
              <dgm:constr type="t" for="ch" forName="middleComposite" refType="h" fact="0.1159"/>
              <dgm:constr type="w" for="ch" forName="middleComposite" refType="w" fact="0.3389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4928"/>
              <dgm:constr type="h" for="ch" forName="arc1" refType="h" fact="0.9357"/>
              <dgm:constr type="l" for="ch" forName="arc3" refType="w" fact="0.5072"/>
              <dgm:constr type="t" for="ch" forName="arc3" refType="h" fact="0"/>
              <dgm:constr type="w" for="ch" forName="arc3" refType="w" fact="0.4928"/>
              <dgm:constr type="h" for="ch" forName="arc3" refType="h" fact="0.9357"/>
              <dgm:constr type="l" for="ch" forName="parentText1" refType="w" fact="0.0926"/>
              <dgm:constr type="t" for="ch" forName="parentText1" refType="h" fact="0.8128"/>
              <dgm:constr type="w" for="ch" forName="parentText1" refType="w" fact="0.3742"/>
              <dgm:constr type="h" for="ch" forName="parentText1" refType="h" fact="0.1872"/>
              <dgm:constr type="l" for="ch" forName="parentText2" refType="w" fact="0.5655"/>
              <dgm:constr type="t" for="ch" forName="parentText2" refType="h" fact="0.8128"/>
              <dgm:constr type="w" for="ch" forName="parentText2" refType="w" fact="0.3742"/>
              <dgm:constr type="h" for="ch" forName="parentText2" refType="h" fact="0.1872"/>
            </dgm:constrLst>
          </dgm:if>
          <dgm:else name="Name9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592"/>
              <dgm:constr type="t" for="ch" forName="leftComposite" refType="h" fact="0.1159"/>
              <dgm:constr type="w" for="ch" forName="leftComposite" refType="w" fact="0.3469"/>
              <dgm:constr type="h" for="ch" forName="leftComposite" refType="h" fact="0.6953"/>
              <dgm:constr type="l" for="ch" forName="middleComposite" refType="w" fact="0.0941"/>
              <dgm:constr type="t" for="ch" forName="middleComposite" refType="h" fact="0.1159"/>
              <dgm:constr type="w" for="ch" forName="middleComposite" refType="w" fact="0.3389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4928"/>
              <dgm:constr type="h" for="ch" forName="arc1" refType="h" fact="0.9357"/>
              <dgm:constr type="l" for="ch" forName="arc3" refType="w" fact="0.5072"/>
              <dgm:constr type="t" for="ch" forName="arc3" refType="h" fact="0"/>
              <dgm:constr type="w" for="ch" forName="arc3" refType="w" fact="0.4928"/>
              <dgm:constr type="h" for="ch" forName="arc3" refType="h" fact="0.9357"/>
              <dgm:constr type="l" for="ch" forName="parentText2" refType="w" fact="0.0926"/>
              <dgm:constr type="t" for="ch" forName="parentText2" refType="h" fact="0.8128"/>
              <dgm:constr type="w" for="ch" forName="parentText2" refType="w" fact="0.3742"/>
              <dgm:constr type="h" for="ch" forName="parentText2" refType="h" fact="0.1872"/>
              <dgm:constr type="l" for="ch" forName="parentText1" refType="w" fact="0.5655"/>
              <dgm:constr type="t" for="ch" forName="parentText1" refType="h" fact="0.8128"/>
              <dgm:constr type="w" for="ch" forName="parentText1" refType="w" fact="0.3742"/>
              <dgm:constr type="h" for="ch" forName="parentText1" refType="h" fact="0.1872"/>
            </dgm:constrLst>
          </dgm:else>
        </dgm:choose>
      </dgm:if>
      <dgm:else name="Name10">
        <dgm:alg type="composite">
          <dgm:param type="ar" val="0.8036"/>
        </dgm:alg>
        <dgm:constrLst>
          <dgm:constr type="primFontSz" for="des" forName="parentText1" val="65"/>
          <dgm:constr type="primFontSz" for="des" forName="childText1_1" val="65"/>
          <dgm:constr type="primFontSz" for="des" forName="childText1_1" refType="primFontSz" refFor="des" refForName="parentText1" op="lte"/>
          <dgm:constr type="primFontSz" for="des" forName="childText1_2" refType="primFontSz" refFor="des" refForName="parentText1" op="lte"/>
          <dgm:constr type="primFontSz" for="des" forName="childText1_3" refType="primFontSz" refFor="des" refForName="parentText1" op="lte"/>
          <dgm:constr type="primFontSz" for="des" forName="childText1_4" refType="primFontSz" refFor="des" refForName="parentText1" op="lte"/>
          <dgm:constr type="primFontSz" for="des" forName="childText1_1" refType="primFontSz" refFor="des" refForName="parentText2" op="lte"/>
          <dgm:constr type="primFontSz" for="des" forName="childText1_2" refType="primFontSz" refFor="des" refForName="parentText2" op="lte"/>
          <dgm:constr type="primFontSz" for="des" forName="childText1_3" refType="primFontSz" refFor="des" refForName="parentText2" op="lte"/>
          <dgm:constr type="primFontSz" for="des" forName="childText1_4" refType="primFontSz" refFor="des" refForName="parentText2" op="lte"/>
          <dgm:constr type="primFontSz" for="des" forName="childText1_1" refType="primFontSz" refFor="des" refForName="parentText3" op="lte"/>
          <dgm:constr type="primFontSz" for="des" forName="childText1_2" refType="primFontSz" refFor="des" refForName="parentText3" op="lte"/>
          <dgm:constr type="primFontSz" for="des" forName="childText1_3" refType="primFontSz" refFor="des" refForName="parentText3" op="lte"/>
          <dgm:constr type="primFontSz" for="des" forName="childText1_4" refType="primFontSz" refFor="des" refForName="parentText3" op="lte"/>
          <dgm:constr type="primFontSz" for="des" forName="childText1_2" refType="primFontSz" refFor="des" refForName="childText1_1" op="equ"/>
          <dgm:constr type="primFontSz" for="des" forName="childText1_3" refType="primFontSz" refFor="des" refForName="childText1_1" op="equ"/>
          <dgm:constr type="primFontSz" for="des" forName="childText1_4" refType="primFontSz" refFor="des" refForName="childText1_1" op="equ"/>
          <dgm:constr type="l" for="ch" forName="leftComposite" refType="w" fact="0"/>
          <dgm:constr type="t" for="ch" forName="leftComposite" refType="h" fact="0.1159"/>
          <dgm:constr type="w" for="ch" forName="leftComposite" refType="w"/>
          <dgm:constr type="h" for="ch" forName="leftComposite" refType="h" fact="0.6953"/>
          <dgm:constr type="l" for="ch" forName="parentText1" refType="w" fact="0"/>
          <dgm:constr type="t" for="ch" forName="parentText1" refType="h" fact="0.8128"/>
          <dgm:constr type="w" for="ch" forName="parentText1" refType="w"/>
          <dgm:constr type="h" for="ch" forName="parentText1" refType="h" fact="0.1872"/>
        </dgm:constrLst>
      </dgm:else>
    </dgm:choose>
    <dgm:choose name="Name11">
      <dgm:if name="Name12" axis="ch" ptType="node" func="cnt" op="gte" val="1">
        <dgm:choose name="Name13">
          <dgm:if name="Name14" axis="ch" ptType="node" func="cnt" op="gte" val="2">
            <dgm:layoutNode name="arc1">
              <dgm:alg type="sp"/>
              <dgm:shape xmlns:r="http://schemas.openxmlformats.org/officeDocument/2006/relationships" rot="9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arc3">
              <dgm:alg type="sp"/>
              <dgm:shape xmlns:r="http://schemas.openxmlformats.org/officeDocument/2006/relationships" rot="27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parentText2" styleLbl="revTx">
              <dgm:varLst>
                <dgm:chMax val="4"/>
                <dgm:chPref val="3"/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ch 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15"/>
        </dgm:choose>
        <dgm:choose name="Name16">
          <dgm:if name="Name17" axis="ch" ptType="node" func="cnt" op="gte" val="3">
            <dgm:layoutNode name="arc2">
              <dgm:alg type="sp"/>
              <dgm:shape xmlns:r="http://schemas.openxmlformats.org/officeDocument/2006/relationships" rot="9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arc4">
              <dgm:alg type="sp"/>
              <dgm:shape xmlns:r="http://schemas.openxmlformats.org/officeDocument/2006/relationships" rot="27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parentText3" styleLbl="revTx">
              <dgm:varLst>
                <dgm:chMax val="1"/>
                <dgm:chPref val="1"/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ch self" ptType="node node" st="3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18"/>
        </dgm:choose>
      </dgm:if>
      <dgm:else name="Name19"/>
    </dgm:choose>
    <dgm:layoutNode name="middleComposite">
      <dgm:choose name="Name20">
        <dgm:if name="Name21" axis="ch ch" ptType="node node" st="2 1" cnt="1 0" func="cnt" op="lte" val="1">
          <dgm:alg type="composite">
            <dgm:param type="ar" val="1"/>
          </dgm:alg>
        </dgm:if>
        <dgm:if name="Name22" axis="ch ch" ptType="node node" st="2 1" cnt="1 0" func="cnt" op="equ" val="2">
          <dgm:alg type="composite">
            <dgm:param type="ar" val="1.792"/>
          </dgm:alg>
        </dgm:if>
        <dgm:if name="Name23" axis="ch ch" ptType="node node" st="2 1" cnt="1 0" func="cnt" op="equ" val="3">
          <dgm:alg type="composite">
            <dgm:param type="ar" val="1"/>
          </dgm:alg>
        </dgm:if>
        <dgm:else name="Name24">
          <dgm:alg type="composite">
            <dgm:param type="ar" val="1"/>
          </dgm:alg>
        </dgm:else>
      </dgm:choose>
      <dgm:shape xmlns:r="http://schemas.openxmlformats.org/officeDocument/2006/relationships" r:blip="">
        <dgm:adjLst/>
      </dgm:shape>
      <dgm:presOf/>
      <dgm:choose name="Name25">
        <dgm:if name="Name26" axis="ch ch" ptType="node node" st="2 1" cnt="1 0" func="cnt" op="lte" val="1">
          <dgm:constrLst>
            <dgm:constr type="ctrX" for="ch" forName="circ1" refType="w" fact="0.5"/>
            <dgm:constr type="ctrY" for="ch" forName="circ1" refType="h" fact="0.5"/>
            <dgm:constr type="w" for="ch" forName="circ1" refType="w"/>
            <dgm:constr type="h" for="ch" forName="circ1" refType="h"/>
            <dgm:constr type="l" for="ch" forName="circ1Tx" refType="w" fact="0.2"/>
            <dgm:constr type="t" for="ch" forName="circ1Tx" refType="h" fact="0.1"/>
            <dgm:constr type="w" for="ch" forName="circ1Tx" refType="w" fact="0.6"/>
            <dgm:constr type="h" for="ch" forName="circ1Tx" refType="h" fact="0.8"/>
          </dgm:constrLst>
        </dgm:if>
        <dgm:if name="Name27" axis="ch ch" ptType="node node" st="2 1" cnt="1 0" func="cnt" op="equ" val="2">
          <dgm:constrLst>
            <dgm:constr type="ctrX" for="ch" forName="circ1" refType="w" fact="0.3"/>
            <dgm:constr type="ctrY" for="ch" forName="circ1" refType="h" fact="0.5"/>
            <dgm:constr type="w" for="ch" forName="circ1" refType="w" fact="0.555"/>
            <dgm:constr type="h" for="ch" forName="circ1" refType="h" fact="0.99456"/>
            <dgm:constr type="l" for="ch" forName="circ1Tx" refType="w" fact="0.1"/>
            <dgm:constr type="t" for="ch" forName="circ1Tx" refType="h" fact="0.12"/>
            <dgm:constr type="w" for="ch" forName="circ1Tx" refType="w" fact="0.32"/>
            <dgm:constr type="h" for="ch" forName="circ1Tx" refType="h" fact="0.76"/>
            <dgm:constr type="ctrX" for="ch" forName="circ2" refType="w" fact="0.7"/>
            <dgm:constr type="ctrY" for="ch" forName="circ2" refType="h" fact="0.5"/>
            <dgm:constr type="w" for="ch" forName="circ2" refType="w" fact="0.555"/>
            <dgm:constr type="h" for="ch" forName="circ2" refType="h" fact="0.99456"/>
            <dgm:constr type="l" for="ch" forName="circ2Tx" refType="w" fact="0.58"/>
            <dgm:constr type="t" for="ch" forName="circ2Tx" refType="h" fact="0.12"/>
            <dgm:constr type="w" for="ch" forName="circ2Tx" refType="w" fact="0.32"/>
            <dgm:constr type="h" for="ch" forName="circ2Tx" refType="h" fact="0.76"/>
          </dgm:constrLst>
        </dgm:if>
        <dgm:if name="Name28" axis="ch ch" ptType="node node" st="2 1" cnt="1 0" func="cnt" op="equ" val="3">
          <dgm:constrLst>
            <dgm:constr type="ctrX" for="ch" forName="circ1" refType="w" fact="0.5"/>
            <dgm:constr type="ctrY" for="ch" forName="circ1" refType="w" fact="0.25"/>
            <dgm:constr type="w" for="ch" forName="circ1" refType="w" fact="0.6"/>
            <dgm:constr type="h" for="ch" forName="circ1" refType="h" fact="0.6"/>
            <dgm:constr type="l" for="ch" forName="circ1Tx" refType="w" fact="0.28"/>
            <dgm:constr type="t" for="ch" forName="circ1Tx" refType="h" fact="0.055"/>
            <dgm:constr type="w" for="ch" forName="circ1Tx" refType="w" fact="0.44"/>
            <dgm:constr type="h" for="ch" forName="circ1Tx" refType="h" fact="0.27"/>
            <dgm:constr type="ctrX" for="ch" forName="circ2" refType="w" fact="0.7165"/>
            <dgm:constr type="ctrY" for="ch" forName="circ2" refType="w" fact="0.625"/>
            <dgm:constr type="w" for="ch" forName="circ2" refType="w" fact="0.6"/>
            <dgm:constr type="h" for="ch" forName="circ2" refType="h" fact="0.6"/>
            <dgm:constr type="l" for="ch" forName="circ2Tx" refType="w" fact="0.6"/>
            <dgm:constr type="t" for="ch" forName="circ2Tx" refType="h" fact="0.48"/>
            <dgm:constr type="w" for="ch" forName="circ2Tx" refType="w" fact="0.36"/>
            <dgm:constr type="h" for="ch" forName="circ2Tx" refType="h" fact="0.33"/>
            <dgm:constr type="ctrX" for="ch" forName="circ3" refType="w" fact="0.2835"/>
            <dgm:constr type="ctrY" for="ch" forName="circ3" refType="w" fact="0.625"/>
            <dgm:constr type="w" for="ch" forName="circ3" refType="w" fact="0.6"/>
            <dgm:constr type="h" for="ch" forName="circ3" refType="h" fact="0.6"/>
            <dgm:constr type="l" for="ch" forName="circ3Tx" refType="w" fact="0.04"/>
            <dgm:constr type="t" for="ch" forName="circ3Tx" refType="h" fact="0.48"/>
            <dgm:constr type="w" for="ch" forName="circ3Tx" refType="w" fact="0.36"/>
            <dgm:constr type="h" for="ch" forName="circ3Tx" refType="h" fact="0.33"/>
          </dgm:constrLst>
        </dgm:if>
        <dgm:else name="Name29">
          <dgm:constrLst>
            <dgm:constr type="ctrX" for="ch" forName="circ1" refType="w" fact="0.5"/>
            <dgm:constr type="ctrY" for="ch" forName="circ1" refType="w" fact="0.27"/>
            <dgm:constr type="w" for="ch" forName="circ1" refType="w" fact="0.52"/>
            <dgm:constr type="h" for="ch" forName="circ1" refType="h" fact="0.52"/>
            <dgm:constr type="l" for="ch" forName="circ1Tx" refType="w" fact="0.3"/>
            <dgm:constr type="t" for="ch" forName="circ1Tx" refType="h" fact="0.08"/>
            <dgm:constr type="w" for="ch" forName="circ1Tx" refType="w" fact="0.4"/>
            <dgm:constr type="h" for="ch" forName="circ1Tx" refType="h" fact="0.165"/>
            <dgm:constr type="ctrX" for="ch" forName="circ2" refType="w" fact="0.73"/>
            <dgm:constr type="ctrY" for="ch" forName="circ2" refType="w" fact="0.5"/>
            <dgm:constr type="w" for="ch" forName="circ2" refType="w" fact="0.52"/>
            <dgm:constr type="h" for="ch" forName="circ2" refType="h" fact="0.52"/>
            <dgm:constr type="r" for="ch" forName="circ2Tx" refType="w" fact="0.95"/>
            <dgm:constr type="t" for="ch" forName="circ2Tx" refType="h" fact="0.3"/>
            <dgm:constr type="w" for="ch" forName="circ2Tx" refType="w" fact="0.2"/>
            <dgm:constr type="h" for="ch" forName="circ2Tx" refType="h" fact="0.4"/>
            <dgm:constr type="ctrX" for="ch" forName="circ3" refType="w" fact="0.5"/>
            <dgm:constr type="ctrY" for="ch" forName="circ3" refType="w" fact="0.73"/>
            <dgm:constr type="w" for="ch" forName="circ3" refType="w" fact="0.52"/>
            <dgm:constr type="h" for="ch" forName="circ3" refType="h" fact="0.52"/>
            <dgm:constr type="l" for="ch" forName="circ3Tx" refType="w" fact="0.3"/>
            <dgm:constr type="b" for="ch" forName="circ3Tx" refType="h" fact="0.92"/>
            <dgm:constr type="w" for="ch" forName="circ3Tx" refType="w" fact="0.4"/>
            <dgm:constr type="h" for="ch" forName="circ3Tx" refType="h" fact="0.165"/>
            <dgm:constr type="ctrX" for="ch" forName="circ4" refType="w" fact="0.27"/>
            <dgm:constr type="ctrY" for="ch" forName="circ4" refType="h" fact="0.5"/>
            <dgm:constr type="w" for="ch" forName="circ4" refType="w" fact="0.52"/>
            <dgm:constr type="h" for="ch" forName="circ4" refType="h" fact="0.52"/>
            <dgm:constr type="l" for="ch" forName="circ4Tx" refType="w" fact="0.05"/>
            <dgm:constr type="t" for="ch" forName="circ4Tx" refType="h" fact="0.3"/>
            <dgm:constr type="w" for="ch" forName="circ4Tx" refType="w" fact="0.2"/>
            <dgm:constr type="h" for="ch" forName="circ4Tx" refType="h" fact="0.4"/>
          </dgm:constrLst>
        </dgm:else>
      </dgm:choose>
      <dgm:ruleLst/>
      <dgm:forEach name="Name30" axis="ch ch" ptType="node node" st="2 1" cnt="1 1">
        <dgm:layoutNode name="circ1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1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1" axis="ch ch" ptType="node node" st="2 2" cnt="1 1">
        <dgm:layoutNode name="circ2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2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2" axis="ch ch" ptType="node node" st="2 3" cnt="1 1">
        <dgm:layoutNode name="circ3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3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3" axis="ch ch" ptType="node node" st="2 4" cnt="1 1">
        <dgm:layoutNode name="circ4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4Tx" styleLbl="revTx">
          <dgm:varLst>
            <dgm:chMax val="0"/>
            <dgm:chPref val="0"/>
            <dgm:bulletEnabled val="1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</dgm:layoutNode>
    <dgm:layoutNode name="leftComposite">
      <dgm:choose name="Name34">
        <dgm:if name="Name35" axis="ch ch" ptType="node node" st="1 1" cnt="1 0" func="cnt" op="lte" val="1">
          <dgm:alg type="composite">
            <dgm:param type="ar" val="1.3085"/>
          </dgm:alg>
          <dgm:constrLst>
            <dgm:constr type="l" for="ch" forName="childText1_1" refType="w" fact="0.2124"/>
            <dgm:constr type="t" for="ch" forName="childText1_1" refType="h" fact="0"/>
            <dgm:constr type="w" for="ch" forName="childText1_1" refType="w" fact="0.5759"/>
            <dgm:constr type="h" for="ch" forName="childText1_1" refType="h" fact="0.7535"/>
            <dgm:constr type="l" for="ch" forName="ellipse1" refType="w" fact="0"/>
            <dgm:constr type="t" for="ch" forName="ellipse1" refType="h" fact="0.63"/>
            <dgm:constr type="w" for="ch" forName="ellipse1" refType="w" fact="0.2828"/>
            <dgm:constr type="h" for="ch" forName="ellipse1" refType="h" fact="0.37"/>
            <dgm:constr type="l" for="ch" forName="ellipse2" refType="w" fact="0.82"/>
            <dgm:constr type="t" for="ch" forName="ellipse2" refType="h" fact="0.17"/>
            <dgm:constr type="w" for="ch" forName="ellipse2" refType="w" fact="0.1645"/>
            <dgm:constr type="h" for="ch" forName="ellipse2" refType="h" fact="0.2153"/>
          </dgm:constrLst>
        </dgm:if>
        <dgm:if name="Name36" axis="ch ch" ptType="node node" st="1 1" cnt="1 0" func="cnt" op="equ" val="2">
          <dgm:alg type="composite">
            <dgm:param type="ar" val="0.8917"/>
          </dgm:alg>
          <dgm:constrLst>
            <dgm:constr type="l" for="ch" forName="childText1_1" refType="w" fact="0.1864"/>
            <dgm:constr type="t" for="ch" forName="childText1_1" refType="h" fact="0"/>
            <dgm:constr type="w" for="ch" forName="childText1_1" refType="w" fact="0.5055"/>
            <dgm:constr type="h" for="ch" forName="childText1_1" refType="h" fact="0.4507"/>
            <dgm:constr type="l" for="ch" forName="childText1_2" refType="w" fact="0.4945"/>
            <dgm:constr type="t" for="ch" forName="childText1_2" refType="h" fact="0.3929"/>
            <dgm:constr type="w" for="ch" forName="childText1_2" refType="w" fact="0.5055"/>
            <dgm:constr type="h" for="ch" forName="childText1_2" refType="h" fact="0.4507"/>
            <dgm:constr type="l" for="ch" forName="ellipse1" refType="w" fact="0"/>
            <dgm:constr type="t" for="ch" forName="ellipse1" refType="h" fact="0.3768"/>
            <dgm:constr type="w" for="ch" forName="ellipse1" refType="w" fact="0.2482"/>
            <dgm:constr type="h" for="ch" forName="ellipse1" refType="h" fact="0.2213"/>
            <dgm:constr type="l" for="ch" forName="ellipse3" refType="w" fact="0.5474"/>
            <dgm:constr type="t" for="ch" forName="ellipse3" refType="h" fact="0.8712"/>
            <dgm:constr type="w" for="ch" forName="ellipse3" refType="w" fact="0.1444"/>
            <dgm:constr type="h" for="ch" forName="ellipse3" refType="h" fact="0.1288"/>
            <dgm:constr type="l" for="ch" forName="ellipse2" refType="w" fact="0.7333"/>
            <dgm:constr type="t" for="ch" forName="ellipse2" refType="h" fact="0.0887"/>
            <dgm:constr type="w" for="ch" forName="ellipse2" refType="w" fact="0.1444"/>
            <dgm:constr type="h" for="ch" forName="ellipse2" refType="h" fact="0.1288"/>
          </dgm:constrLst>
        </dgm:if>
        <dgm:if name="Name37" axis="ch ch" ptType="node node" st="1 1" cnt="1 0" func="cnt" op="equ" val="3">
          <dgm:alg type="composite">
            <dgm:param type="ar" val="1.0811"/>
          </dgm:alg>
          <dgm:constrLst>
            <dgm:constr type="l" for="ch" forName="childText1_3" refType="w" fact="0.1649"/>
            <dgm:constr type="t" for="ch" forName="childText1_3" refType="h" fact="0.5389"/>
            <dgm:constr type="w" for="ch" forName="childText1_3" refType="w" fact="0.4265"/>
            <dgm:constr type="h" for="ch" forName="childText1_3" refType="h" fact="0.4611"/>
            <dgm:constr type="l" for="ch" forName="childText1_1" refType="w" fact="0.1573"/>
            <dgm:constr type="t" for="ch" forName="childText1_1" refType="h" fact="0"/>
            <dgm:constr type="w" for="ch" forName="childText1_1" refType="w" fact="0.4265"/>
            <dgm:constr type="h" for="ch" forName="childText1_1" refType="h" fact="0.4611"/>
            <dgm:constr type="l" for="ch" forName="childText1_2" refType="w" fact="0.5735"/>
            <dgm:constr type="t" for="ch" forName="childText1_2" refType="h" fact="0.2754"/>
            <dgm:constr type="w" for="ch" forName="childText1_2" refType="w" fact="0.4265"/>
            <dgm:constr type="h" for="ch" forName="childText1_2" refType="h" fact="0.4611"/>
            <dgm:constr type="l" for="ch" forName="ellipse1" refType="w" fact="0"/>
            <dgm:constr type="t" for="ch" forName="ellipse1" refType="h" fact="0.3855"/>
            <dgm:constr type="w" for="ch" forName="ellipse1" refType="w" fact="0.2095"/>
            <dgm:constr type="h" for="ch" forName="ellipse1" refType="h" fact="0.2264"/>
            <dgm:constr type="l" for="ch" forName="ellipse3" refType="w" fact="0.6181"/>
            <dgm:constr type="t" for="ch" forName="ellipse3" refType="h" fact="0.7647"/>
            <dgm:constr type="w" for="ch" forName="ellipse3" refType="w" fact="0.1219"/>
            <dgm:constr type="h" for="ch" forName="ellipse3" refType="h" fact="0.1317"/>
            <dgm:constr type="l" for="ch" forName="ellipse2" refType="w" fact="0.6188"/>
            <dgm:constr type="t" for="ch" forName="ellipse2" refType="h" fact="0.0907"/>
            <dgm:constr type="w" for="ch" forName="ellipse2" refType="w" fact="0.1219"/>
            <dgm:constr type="h" for="ch" forName="ellipse2" refType="h" fact="0.1317"/>
          </dgm:constrLst>
        </dgm:if>
        <dgm:else name="Name38">
          <dgm:alg type="composite">
            <dgm:param type="ar" val="0.9472"/>
          </dgm:alg>
          <dgm:constrLst>
            <dgm:constr type="l" for="ch" forName="childText1_3" refType="w" fact="0"/>
            <dgm:constr type="t" for="ch" forName="childText1_3" refType="h" fact="0.6035"/>
            <dgm:constr type="w" for="ch" forName="childText1_3" refType="w" fact="0.4186"/>
            <dgm:constr type="h" for="ch" forName="childText1_3" refType="h" fact="0.3965"/>
            <dgm:constr type="l" for="ch" forName="childText1_1" refType="w" fact="0.0981"/>
            <dgm:constr type="t" for="ch" forName="childText1_1" refType="h" fact="0"/>
            <dgm:constr type="w" for="ch" forName="childText1_1" refType="w" fact="0.4186"/>
            <dgm:constr type="h" for="ch" forName="childText1_1" refType="h" fact="0.3965"/>
            <dgm:constr type="l" for="ch" forName="childText1_2" refType="w" fact="0.5385"/>
            <dgm:constr type="t" for="ch" forName="childText1_2" refType="h" fact="0.1304"/>
            <dgm:constr type="w" for="ch" forName="childText1_2" refType="w" fact="0.4186"/>
            <dgm:constr type="h" for="ch" forName="childText1_2" refType="h" fact="0.3965"/>
            <dgm:constr type="l" for="ch" forName="ellipse4" refType="w" fact="0.3222"/>
            <dgm:constr type="t" for="ch" forName="ellipse4" refType="h" fact="0.4232"/>
            <dgm:constr type="w" for="ch" forName="ellipse4" refType="w" fact="0.2056"/>
            <dgm:constr type="h" for="ch" forName="ellipse4" refType="h" fact="0.1947"/>
            <dgm:constr type="l" for="ch" forName="ellipse1" refType="w" fact="0.1489"/>
            <dgm:constr type="t" for="ch" forName="ellipse1" refType="h" fact="0.4502"/>
            <dgm:constr type="w" for="ch" forName="ellipse1" refType="w" fact="0.1196"/>
            <dgm:constr type="h" for="ch" forName="ellipse1" refType="h" fact="0.1133"/>
            <dgm:constr type="l" for="ch" forName="ellipse2" refType="w" fact="0.5384"/>
            <dgm:constr type="t" for="ch" forName="ellipse2" refType="h" fact="0.0124"/>
            <dgm:constr type="w" for="ch" forName="ellipse2" refType="w" fact="0.1196"/>
            <dgm:constr type="h" for="ch" forName="ellipse2" refType="h" fact="0.1133"/>
            <dgm:constr type="l" for="ch" forName="childText1_4" refType="w" fact="0.4625"/>
            <dgm:constr type="t" for="ch" forName="childText1_4" refType="h" fact="0.5719"/>
            <dgm:constr type="w" for="ch" forName="childText1_4" refType="w" fact="0.4186"/>
            <dgm:constr type="h" for="ch" forName="childText1_4" refType="h" fact="0.3965"/>
            <dgm:constr type="l" for="ch" forName="ellipse3" refType="w" fact="0.8804"/>
            <dgm:constr type="t" for="ch" forName="ellipse3" refType="h" fact="0.5329"/>
            <dgm:constr type="w" for="ch" forName="ellipse3" refType="w" fact="0.1196"/>
            <dgm:constr type="h" for="ch" forName="ellipse3" refType="h" fact="0.1133"/>
            <dgm:constr type="l" for="ch" forName="ellipse5" refType="w" fact="0.0146"/>
            <dgm:constr type="t" for="ch" forName="ellipse5" refType="h" fact="0.5228"/>
            <dgm:constr type="w" for="ch" forName="ellipse5" refType="w" fact="0.0899"/>
            <dgm:constr type="h" for="ch" forName="ellipse5" refType="h" fact="0.0851"/>
          </dgm:constrLst>
        </dgm:else>
      </dgm:choose>
      <dgm:forEach name="Name39" axis="ch ch" ptType="node node" st="1 1" cnt="1 1">
        <dgm:layoutNode name="childText1_1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1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ellipse2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Name40" axis="ch ch" ptType="node node" st="1 2" cnt="1 1">
        <dgm:layoutNode name="childText1_2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3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Name41" axis="ch ch" ptType="node node" st="1 3" cnt="1 1">
        <dgm:layoutNode name="childText1_3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forEach>
      <dgm:forEach name="Name42" axis="ch ch" ptType="node node" st="1 4" cnt="1 1">
        <dgm:layoutNode name="childText1_4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4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ellipse5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layoutNode>
    <dgm:choose name="Name43">
      <dgm:if name="Name44" axis="ch ch" ptType="node node" st="3 1" cnt="1 0" func="cnt" op="gte" val="1">
        <dgm:layoutNode name="rightChild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ch des" ptType="node node" st="3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45"/>
    </dgm:choose>
    <dgm:layoutNode name="parentText1" styleLbl="revTx">
      <dgm:varLst>
        <dgm:chMax val="4"/>
        <dgm:chPref val="3"/>
        <dgm:bulletEnabled val="1"/>
      </dgm:varLst>
      <dgm:alg type="tx"/>
      <dgm:shape xmlns:r="http://schemas.openxmlformats.org/officeDocument/2006/relationships" type="rect" r:blip="">
        <dgm:adjLst/>
      </dgm:shape>
      <dgm:presOf axis="ch self" ptType="node node" st="1 1" cnt="1 0"/>
      <dgm:constrLst>
        <dgm:constr type="lMarg" refType="primFontSz" fact="0.3"/>
        <dgm:constr type="rMarg" refType="primFontSz" fact="0.3"/>
        <dgm:constr type="tMarg" refType="primFontSz" fact="0.3"/>
        <dgm:constr type="bMarg" refType="primFontSz" fact="0.3"/>
      </dgm:constrLst>
      <dgm:ruleLst>
        <dgm:rule type="primFontSz" val="5" fact="NaN" max="NaN"/>
      </dgm:ruleLst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9/3/layout/OpposingIdeas">
  <dgm:title val=""/>
  <dgm:desc val=""/>
  <dgm:catLst>
    <dgm:cat type="relationship" pri="34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clrData>
  <dgm:layoutNode name="Name0">
    <dgm:varLst>
      <dgm:chMax val="2"/>
      <dgm:dir/>
      <dgm:animOne val="branch"/>
      <dgm:animLvl val="lvl"/>
      <dgm:resizeHandles val="exact"/>
    </dgm:varLst>
    <dgm:choose name="Name1">
      <dgm:if name="Name2" axis="ch" ptType="node" func="cnt" op="lte" val="1">
        <dgm:alg type="composite">
          <dgm:param type="ar" val="0.9928"/>
        </dgm:alg>
      </dgm:if>
      <dgm:else name="Name3">
        <dgm:alg type="composite">
          <dgm:param type="ar" val="1.6364"/>
        </dgm:alg>
      </dgm:else>
    </dgm:choose>
    <dgm:shape xmlns:r="http://schemas.openxmlformats.org/officeDocument/2006/relationships" r:blip="">
      <dgm:adjLst/>
    </dgm:shape>
    <dgm:choose name="Name4">
      <dgm:if name="Name5" func="var" arg="dir" op="equ" val="norm">
        <dgm:choose name="Name6">
          <dgm:if name="Name7" axis="ch" ptType="node" func="cnt" op="lte" val="1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l" for="ch" forName="ChildText1" refType="w" fact="0.2963"/>
              <dgm:constr type="t" for="ch" forName="ChildText1" refType="h" fact="0.2722"/>
              <dgm:constr type="w" for="ch" forName="ChildText1" refType="w" fact="0.6534"/>
              <dgm:constr type="h" for="ch" forName="ChildText1" refType="h" fact="0.6682"/>
              <dgm:constr type="l" for="ch" forName="Background" refType="w" fact="0.246"/>
              <dgm:constr type="t" for="ch" forName="Background" refType="h" fact="0.2125"/>
              <dgm:constr type="w" for="ch" forName="Background" refType="w" fact="0.754"/>
              <dgm:constr type="h" for="ch" forName="Background" refType="h" fact="0.7875"/>
              <dgm:constr type="l" for="ch" forName="ParentText1" refType="w" fact="0"/>
              <dgm:constr type="t" for="ch" forName="ParentText1" refType="h" fact="0"/>
              <dgm:constr type="w" for="ch" forName="ParentText1" refType="w" fact="0.234"/>
              <dgm:constr type="h" for="ch" forName="ParentText1" refType="h" fact="0.8713"/>
              <dgm:constr type="l" for="ch" forName="ParentShape1" refType="w" fact="0"/>
              <dgm:constr type="t" for="ch" forName="ParentShape1" refType="h" fact="0"/>
              <dgm:constr type="w" for="ch" forName="ParentShape1" refType="w" fact="0.234"/>
              <dgm:constr type="h" for="ch" forName="ParentShape1" refType="h" fact="0.8713"/>
            </dgm:constrLst>
          </dgm:if>
          <dgm:else name="Name8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l" for="ch" forName="ChildText1" refType="w" fact="0.15"/>
              <dgm:constr type="t" for="ch" forName="ChildText1" refType="h" fact="0.22"/>
              <dgm:constr type="w" for="ch" forName="ChildText1" refType="w" fact="0.325"/>
              <dgm:constr type="h" for="ch" forName="ChildText1" refType="h" fact="0.56"/>
              <dgm:constr type="l" for="ch" forName="ChildText2" refType="w" fact="0.525"/>
              <dgm:constr type="t" for="ch" forName="ChildText2" refType="h" fact="0.22"/>
              <dgm:constr type="w" for="ch" forName="ChildText2" refType="w" fact="0.325"/>
              <dgm:constr type="h" for="ch" forName="ChildText2" refType="h" fact="0.56"/>
              <dgm:constr type="l" for="ch" forName="Background" refType="w" fact="0.125"/>
              <dgm:constr type="t" for="ch" forName="Background" refType="h" fact="0.17"/>
              <dgm:constr type="w" for="ch" forName="Background" refType="w" fact="0.75"/>
              <dgm:constr type="h" for="ch" forName="Background" refType="h" fact="0.66"/>
              <dgm:constr type="l" for="ch" forName="ParentText1" refType="w" fact="0"/>
              <dgm:constr type="t" for="ch" forName="ParentText1" refType="h" fact="0"/>
              <dgm:constr type="w" for="ch" forName="ParentText1" refType="w" fact="0.125"/>
              <dgm:constr type="h" for="ch" forName="ParentText1" refType="h" fact="0.72"/>
              <dgm:constr type="l" for="ch" forName="ParentShape1" refType="w" fact="0"/>
              <dgm:constr type="t" for="ch" forName="ParentShape1" refType="h" fact="0"/>
              <dgm:constr type="w" for="ch" forName="ParentShape1" refType="w" fact="0.125"/>
              <dgm:constr type="h" for="ch" forName="ParentShape1" refType="h" fact="0.72"/>
              <dgm:constr type="l" for="ch" forName="ParentText2" refType="w" fact="0.875"/>
              <dgm:constr type="t" for="ch" forName="ParentText2" refType="h" fact="0.28"/>
              <dgm:constr type="w" for="ch" forName="ParentText2" refType="w" fact="0.125"/>
              <dgm:constr type="h" for="ch" forName="ParentText2" refType="h" fact="0.72"/>
              <dgm:constr type="l" for="ch" forName="ParentShape2" refType="w" fact="0.875"/>
              <dgm:constr type="t" for="ch" forName="ParentShape2" refType="h" fact="0.28"/>
              <dgm:constr type="w" for="ch" forName="ParentShape2" refType="w" fact="0.125"/>
              <dgm:constr type="h" for="ch" forName="ParentShape2" refType="h" fact="0.72"/>
              <dgm:constr type="l" for="ch" forName="Divider" refType="w" fact="0.5"/>
              <dgm:constr type="t" for="ch" forName="Divider" refType="h" fact="0.24"/>
              <dgm:constr type="w" for="ch" forName="Divider" refType="w" fact="0.0001"/>
              <dgm:constr type="h" for="ch" forName="Divider" refType="h" fact="0.52"/>
            </dgm:constrLst>
          </dgm:else>
        </dgm:choose>
      </dgm:if>
      <dgm:else name="Name9">
        <dgm:choose name="Name10">
          <dgm:if name="Name11" axis="ch" ptType="node" func="cnt" op="lte" val="1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r" for="ch" forName="ChildText1" refType="w" fact="-0.2455"/>
              <dgm:constr type="t" for="ch" forName="ChildText1" refType="h" fact="0.2651"/>
              <dgm:constr type="w" for="ch" forName="ChildText1" refType="w" fact="0.5351"/>
              <dgm:constr type="h" for="ch" forName="ChildText1" refType="h" fact="0.56"/>
              <dgm:constr type="r" for="ch" forName="Background" refType="w" fact="-0.246"/>
              <dgm:constr type="t" for="ch" forName="Background" refType="h" fact="0.2125"/>
              <dgm:constr type="w" for="ch" forName="Background" refType="w" fact="0.754"/>
              <dgm:constr type="h" for="ch" forName="Background" refType="h" fact="0.7875"/>
              <dgm:constr type="r" for="ch" forName="ParentText1" refType="w" fact="0"/>
              <dgm:constr type="t" for="ch" forName="ParentText1" refType="h" fact="0"/>
              <dgm:constr type="w" for="ch" forName="ParentText1" refType="w" fact="0.234"/>
              <dgm:constr type="h" for="ch" forName="ParentText1" refType="h" fact="0.8713"/>
              <dgm:constr type="r" for="ch" forName="ParentShape1" refType="w" fact="0"/>
              <dgm:constr type="t" for="ch" forName="ParentShape1" refType="h" fact="0"/>
              <dgm:constr type="w" for="ch" forName="ParentShape1" refType="w" fact="0.234"/>
              <dgm:constr type="h" for="ch" forName="ParentShape1" refType="h" fact="0.8713"/>
            </dgm:constrLst>
          </dgm:if>
          <dgm:else name="Name12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r" for="ch" forName="ChildText1" refType="w" fact="-0.15"/>
              <dgm:constr type="t" for="ch" forName="ChildText1" refType="h" fact="0.22"/>
              <dgm:constr type="w" for="ch" forName="ChildText1" refType="w" fact="0.325"/>
              <dgm:constr type="h" for="ch" forName="ChildText1" refType="h" fact="0.56"/>
              <dgm:constr type="r" for="ch" forName="ChildText2" refType="w" fact="-0.525"/>
              <dgm:constr type="t" for="ch" forName="ChildText2" refType="h" fact="0.22"/>
              <dgm:constr type="w" for="ch" forName="ChildText2" refType="w" fact="0.325"/>
              <dgm:constr type="h" for="ch" forName="ChildText2" refType="h" fact="0.56"/>
              <dgm:constr type="r" for="ch" forName="Background" refType="w" fact="-0.125"/>
              <dgm:constr type="t" for="ch" forName="Background" refType="h" fact="0.17"/>
              <dgm:constr type="w" for="ch" forName="Background" refType="w" fact="0.75"/>
              <dgm:constr type="h" for="ch" forName="Background" refType="h" fact="0.66"/>
              <dgm:constr type="r" for="ch" forName="ParentText1" refType="w" fact="0"/>
              <dgm:constr type="t" for="ch" forName="ParentText1" refType="h" fact="0"/>
              <dgm:constr type="w" for="ch" forName="ParentText1" refType="w" fact="0.125"/>
              <dgm:constr type="h" for="ch" forName="ParentText1" refType="h" fact="0.72"/>
              <dgm:constr type="r" for="ch" forName="ParentShape1" refType="w" fact="0"/>
              <dgm:constr type="t" for="ch" forName="ParentShape1" refType="h" fact="0"/>
              <dgm:constr type="w" for="ch" forName="ParentShape1" refType="w" fact="0.125"/>
              <dgm:constr type="h" for="ch" forName="ParentShape1" refType="h" fact="0.72"/>
              <dgm:constr type="r" for="ch" forName="ParentText2" refType="w" fact="-0.875"/>
              <dgm:constr type="t" for="ch" forName="ParentText2" refType="h" fact="0.28"/>
              <dgm:constr type="w" for="ch" forName="ParentText2" refType="w" fact="0.125"/>
              <dgm:constr type="h" for="ch" forName="ParentText2" refType="h" fact="0.72"/>
              <dgm:constr type="r" for="ch" forName="ParentShape2" refType="w" fact="-0.875"/>
              <dgm:constr type="t" for="ch" forName="ParentShape2" refType="h" fact="0.28"/>
              <dgm:constr type="w" for="ch" forName="ParentShape2" refType="w" fact="0.125"/>
              <dgm:constr type="h" for="ch" forName="ParentShape2" refType="h" fact="0.72"/>
              <dgm:constr type="r" for="ch" forName="Divider" refType="w" fact="-0.5"/>
              <dgm:constr type="t" for="ch" forName="Divider" refType="h" fact="0.24"/>
              <dgm:constr type="w" for="ch" forName="Divider" refType="w" fact="0.0001"/>
              <dgm:constr type="h" for="ch" forName="Divider" refType="h" fact="0.52"/>
            </dgm:constrLst>
          </dgm:else>
        </dgm:choose>
      </dgm:else>
    </dgm:choose>
    <dgm:choose name="Name13">
      <dgm:if name="Name14" axis="ch" ptType="node" func="cnt" op="gte" val="1">
        <dgm:layoutNode name="Background" styleLbl="node1">
          <dgm:alg type="sp"/>
          <dgm:choose name="Name15">
            <dgm:if name="Name16" func="var" arg="dir" op="equ" val="norm">
              <dgm:shape xmlns:r="http://schemas.openxmlformats.org/officeDocument/2006/relationships" type="round2DiagRect" r:blip="">
                <dgm:adjLst>
                  <dgm:adj idx="1" val="0"/>
                  <dgm:adj idx="2" val="0.1667"/>
                </dgm:adjLst>
              </dgm:shape>
            </dgm:if>
            <dgm:else name="Name17">
              <dgm:shape xmlns:r="http://schemas.openxmlformats.org/officeDocument/2006/relationships" type="round2DiagRect" r:blip="">
                <dgm:adjLst>
                  <dgm:adj idx="1" val="0.1667"/>
                  <dgm:adj idx="2" val="0"/>
                </dgm:adjLst>
              </dgm:shape>
            </dgm:else>
          </dgm:choose>
          <dgm:presOf/>
        </dgm:layoutNode>
        <dgm:choose name="Name18">
          <dgm:if name="Name19" axis="ch" ptType="node" func="cnt" op="gte" val="2">
            <dgm:layoutNode name="Divider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</dgm:if>
          <dgm:else name="Name20"/>
        </dgm:choose>
        <dgm:layoutNode name="ChildText1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 hideGeom="1">
            <dgm:adjLst/>
          </dgm:shape>
          <dgm:presOf axis="ch des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21">
          <dgm:if name="Name22" axis="ch" ptType="node" func="cnt" op="gte" val="2">
            <dgm:layoutNode name="ChildText2" styleLbl="revTx">
              <dgm:varLst>
                <dgm:chMax val="0"/>
                <dgm:chPref val="0"/>
                <dgm:bulletEnabled val="1"/>
              </dgm:varLst>
              <dgm:alg type="tx">
                <dgm:param type="parTxLTRAlign" val="l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ch des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23"/>
        </dgm:choose>
        <dgm:layoutNode name="ParentText1" styleLbl="revTx">
          <dgm:varLst>
            <dgm:chMax val="1"/>
            <dgm:chPref val="1"/>
          </dgm:varLst>
          <dgm:choose name="Name24">
            <dgm:if name="Name25" func="var" arg="dir" op="equ" val="norm">
              <dgm:alg type="tx">
                <dgm:param type="parTxLTRAlign" val="r"/>
                <dgm:param type="shpTxLTRAlignCh" val="r"/>
                <dgm:param type="txAnchorVertCh" val="mid"/>
                <dgm:param type="autoTxRot" val="grav"/>
              </dgm:alg>
            </dgm:if>
            <dgm:else name="Name26">
              <dgm:alg type="tx">
                <dgm:param type="parTxLTRAlign" val="l"/>
                <dgm:param type="shpTxLTRAlignCh" val="r"/>
                <dgm:param type="txAnchorVertCh" val="mid"/>
                <dgm:param type="autoTxRot" val="grav"/>
              </dgm:alg>
            </dgm:else>
          </dgm:choose>
          <dgm:choose name="Name27">
            <dgm:if name="Name28" func="var" arg="dir" op="equ" val="norm">
              <dgm:shape xmlns:r="http://schemas.openxmlformats.org/officeDocument/2006/relationships" rot="-90" type="rightArrow" r:blip="" hideGeom="1">
                <dgm:adjLst>
                  <dgm:adj idx="1" val="0.4983"/>
                  <dgm:adj idx="2" val="0.6066"/>
                </dgm:adjLst>
              </dgm:shape>
            </dgm:if>
            <dgm:else name="Name29">
              <dgm:shape xmlns:r="http://schemas.openxmlformats.org/officeDocument/2006/relationships" rot="90" type="leftArrow" r:blip="" hideGeom="1">
                <dgm:adjLst>
                  <dgm:adj idx="1" val="0.4983"/>
                  <dgm:adj idx="2" val="0.6066"/>
                </dgm:adjLst>
              </dgm:shape>
            </dgm:else>
          </dgm:choose>
          <dgm:presOf axis="ch 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ParentShape1" styleLbl="alignImgPlace1">
          <dgm:varLst/>
          <dgm:alg type="sp"/>
          <dgm:presOf axis="ch self" ptType="node node" st="1 1" cnt="1 0"/>
          <dgm:choose name="Name30">
            <dgm:if name="Name31" func="var" arg="dir" op="equ" val="norm">
              <dgm:shape xmlns:r="http://schemas.openxmlformats.org/officeDocument/2006/relationships" rot="-90" type="rightArrow" r:blip="">
                <dgm:adjLst>
                  <dgm:adj idx="1" val="0.4983"/>
                  <dgm:adj idx="2" val="0.6066"/>
                </dgm:adjLst>
              </dgm:shape>
            </dgm:if>
            <dgm:else name="Name32">
              <dgm:shape xmlns:r="http://schemas.openxmlformats.org/officeDocument/2006/relationships" rot="90" type="leftArrow" r:blip="">
                <dgm:adjLst>
                  <dgm:adj idx="1" val="0.4983"/>
                  <dgm:adj idx="2" val="0.6066"/>
                </dgm:adjLst>
              </dgm:shape>
            </dgm:else>
          </dgm:choose>
        </dgm:layoutNode>
        <dgm:choose name="Name33">
          <dgm:if name="Name34" axis="ch" ptType="node" func="cnt" op="gte" val="2">
            <dgm:layoutNode name="ParentText2" styleLbl="revTx">
              <dgm:varLst>
                <dgm:chMax val="1"/>
                <dgm:chPref val="1"/>
              </dgm:varLst>
              <dgm:choose name="Name35">
                <dgm:if name="Name36" func="var" arg="dir" op="equ" val="norm">
                  <dgm:alg type="tx">
                    <dgm:param type="parTxLTRAlign" val="r"/>
                    <dgm:param type="shpTxLTRAlignCh" val="r"/>
                    <dgm:param type="txAnchorVertCh" val="mid"/>
                    <dgm:param type="autoTxRot" val="grav"/>
                  </dgm:alg>
                </dgm:if>
                <dgm:else name="Name37">
                  <dgm:alg type="tx">
                    <dgm:param type="parTxLTRAlign" val="l"/>
                    <dgm:param type="shpTxLTRAlignCh" val="r"/>
                    <dgm:param type="txAnchorVertCh" val="mid"/>
                    <dgm:param type="autoTxRot" val="grav"/>
                  </dgm:alg>
                </dgm:else>
              </dgm:choose>
              <dgm:choose name="Name38">
                <dgm:if name="Name39" func="var" arg="dir" op="equ" val="norm">
                  <dgm:shape xmlns:r="http://schemas.openxmlformats.org/officeDocument/2006/relationships" rot="90" type="rightArrow" r:blip="" hideGeom="1">
                    <dgm:adjLst>
                      <dgm:adj idx="1" val="0.4983"/>
                      <dgm:adj idx="2" val="0.6066"/>
                    </dgm:adjLst>
                  </dgm:shape>
                </dgm:if>
                <dgm:else name="Name40">
                  <dgm:shape xmlns:r="http://schemas.openxmlformats.org/officeDocument/2006/relationships" rot="-90" type="leftArrow" r:blip="" hideGeom="1">
                    <dgm:adjLst>
                      <dgm:adj idx="1" val="0.4983"/>
                      <dgm:adj idx="2" val="0.6066"/>
                    </dgm:adjLst>
                  </dgm:shape>
                </dgm:else>
              </dgm:choose>
              <dgm:presOf axis="ch 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ParentShape2" styleLbl="alignImgPlace1">
              <dgm:varLst/>
              <dgm:alg type="sp"/>
              <dgm:choose name="Name41">
                <dgm:if name="Name42" func="var" arg="dir" op="equ" val="norm">
                  <dgm:shape xmlns:r="http://schemas.openxmlformats.org/officeDocument/2006/relationships" rot="90" type="rightArrow" r:blip="">
                    <dgm:adjLst>
                      <dgm:adj idx="1" val="0.4983"/>
                      <dgm:adj idx="2" val="0.6066"/>
                    </dgm:adjLst>
                  </dgm:shape>
                </dgm:if>
                <dgm:else name="Name43">
                  <dgm:shape xmlns:r="http://schemas.openxmlformats.org/officeDocument/2006/relationships" rot="-90" type="leftArrow" r:blip="">
                    <dgm:adjLst>
                      <dgm:adj idx="1" val="0.4983"/>
                      <dgm:adj idx="2" val="0.6066"/>
                    </dgm:adjLst>
                  </dgm:shape>
                </dgm:else>
              </dgm:choose>
              <dgm:presOf axis="ch self" ptType="node node" st="2 1" cnt="1 0"/>
            </dgm:layoutNode>
          </dgm:if>
          <dgm:else name="Name44"/>
        </dgm:choose>
      </dgm:if>
      <dgm:else name="Name4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0EAE8-0C58-4169-B40F-9A3573451678}" type="datetimeFigureOut">
              <a:rPr lang="es-MX" smtClean="0"/>
              <a:t>18/09/2026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EA8474-8552-4C99-A28A-DA9C84F761F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45141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3" Type="http://schemas.openxmlformats.org/officeDocument/2006/relationships/audio" Target="../media/audio1.wav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3" Type="http://schemas.openxmlformats.org/officeDocument/2006/relationships/audio" Target="../media/audio1.wav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3" Type="http://schemas.openxmlformats.org/officeDocument/2006/relationships/audio" Target="../media/audio1.wav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3" Type="http://schemas.openxmlformats.org/officeDocument/2006/relationships/audio" Target="../media/audio1.wav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3" Type="http://schemas.openxmlformats.org/officeDocument/2006/relationships/audio" Target="../media/audio1.wav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3" Type="http://schemas.openxmlformats.org/officeDocument/2006/relationships/audio" Target="../media/audio1.wav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3" Type="http://schemas.openxmlformats.org/officeDocument/2006/relationships/audio" Target="../media/audio1.wav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3" Type="http://schemas.openxmlformats.org/officeDocument/2006/relationships/audio" Target="../media/audio1.wav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1.jpg"/><Relationship Id="rId4" Type="http://schemas.openxmlformats.org/officeDocument/2006/relationships/audio" Target="../media/audio1.wav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3" Type="http://schemas.openxmlformats.org/officeDocument/2006/relationships/audio" Target="../media/audio1.wav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3" Type="http://schemas.openxmlformats.org/officeDocument/2006/relationships/audio" Target="../media/audio1.wav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1" name="breeze.wav"/>
          </p:stSnd>
        </p:sndAc>
      </p:transition>
    </mc:Choice>
    <mc:Fallback xmlns="">
      <p:transition spd="slow">
        <p:sndAc>
          <p:stSnd>
            <p:snd r:embed="rId3" name="breeze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1" name="breeze.wav"/>
          </p:stSnd>
        </p:sndAc>
      </p:transition>
    </mc:Choice>
    <mc:Fallback xmlns="">
      <p:transition spd="slow">
        <p:sndAc>
          <p:stSnd>
            <p:snd r:embed="rId3" name="breeze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1" name="breeze.wav"/>
          </p:stSnd>
        </p:sndAc>
      </p:transition>
    </mc:Choice>
    <mc:Fallback xmlns="">
      <p:transition spd="slow">
        <p:sndAc>
          <p:stSnd>
            <p:snd r:embed="rId3" name="breeze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1" name="breeze.wav"/>
          </p:stSnd>
        </p:sndAc>
      </p:transition>
    </mc:Choice>
    <mc:Fallback xmlns="">
      <p:transition spd="slow">
        <p:sndAc>
          <p:stSnd>
            <p:snd r:embed="rId3" name="breeze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1" name="breeze.wav"/>
          </p:stSnd>
        </p:sndAc>
      </p:transition>
    </mc:Choice>
    <mc:Fallback xmlns="">
      <p:transition spd="slow">
        <p:sndAc>
          <p:stSnd>
            <p:snd r:embed="rId3" name="breeze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1" name="breeze.wav"/>
          </p:stSnd>
        </p:sndAc>
      </p:transition>
    </mc:Choice>
    <mc:Fallback xmlns="">
      <p:transition spd="slow">
        <p:sndAc>
          <p:stSnd>
            <p:snd r:embed="rId3" name="breeze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1" name="breeze.wav"/>
          </p:stSnd>
        </p:sndAc>
      </p:transition>
    </mc:Choice>
    <mc:Fallback xmlns="">
      <p:transition spd="slow">
        <p:sndAc>
          <p:stSnd>
            <p:snd r:embed="rId3" name="breeze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1" name="breeze.wav"/>
          </p:stSnd>
        </p:sndAc>
      </p:transition>
    </mc:Choice>
    <mc:Fallback xmlns="">
      <p:transition spd="slow">
        <p:sndAc>
          <p:stSnd>
            <p:snd r:embed="rId3" name="breeze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3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1" name="breeze.wav"/>
          </p:stSnd>
        </p:sndAc>
      </p:transition>
    </mc:Choice>
    <mc:Fallback xmlns="">
      <p:transition spd="slow">
        <p:sndAc>
          <p:stSnd>
            <p:snd r:embed="rId4" name="breeze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1" name="breeze.wav"/>
          </p:stSnd>
        </p:sndAc>
      </p:transition>
    </mc:Choice>
    <mc:Fallback xmlns="">
      <p:transition spd="slow">
        <p:sndAc>
          <p:stSnd>
            <p:snd r:embed="rId3" name="breeze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1" name="breeze.wav"/>
          </p:stSnd>
        </p:sndAc>
      </p:transition>
    </mc:Choice>
    <mc:Fallback xmlns="">
      <p:transition spd="slow">
        <p:sndAc>
          <p:stSnd>
            <p:snd r:embed="rId3" name="breeze.wav"/>
          </p:stSnd>
        </p:sndAc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ClipArt">
  <p:cSld name="Título y texto e imágenes prediseñad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imágenes prediseñadas"/>
          <p:cNvSpPr>
            <a:spLocks noGrp="1"/>
          </p:cNvSpPr>
          <p:nvPr>
            <p:ph type="clipArt"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endParaRPr lang="es-MX" noProof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918F2-93F1-456D-9581-26B61F3D35D9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05045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audio" Target="../media/audio1.wav"/><Relationship Id="rId16" Type="http://schemas.openxmlformats.org/officeDocument/2006/relationships/audio" Target="../media/audio1.wav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14" name="breeze.wav"/>
          </p:stSnd>
        </p:sndAc>
      </p:transition>
    </mc:Choice>
    <mc:Fallback xmlns="">
      <p:transition spd="slow">
        <p:sndAc>
          <p:stSnd>
            <p:snd r:embed="rId16" name="breeze.wav"/>
          </p:stSnd>
        </p:sndAc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L1n1" Type="http://schemas.openxmlformats.org/officeDocument/2006/relationships/slideLayout" Target="../slideLayouts/slideLayout1.xml"/><Relationship Id="rIdL1n2" Type="http://schemas.microsoft.com/office/2007/relationships/hdphoto" Target="../media/hdphoto1.wdp"/><Relationship Id="rIdL1n3" Type="http://schemas.openxmlformats.org/officeDocument/2006/relationships/image" Target="../media/image87.jpg"/><Relationship Id="rIdL1n4" Type="http://schemas.openxmlformats.org/officeDocument/2006/relationships/image" Target="../media/image89.png"/><Relationship Id="rIdL1n5" Type="http://schemas.openxmlformats.org/officeDocument/2006/relationships/image" Target="../media/image90.png"/><Relationship Id="rIdL1n6" Type="http://schemas.openxmlformats.org/officeDocument/2006/relationships/image" Target="../media/image91.png"/></Relationships>
</file>

<file path=ppt/slides/_rels/slide2.xml.rels><?xml version='1.0' encoding='UTF-8' standalone='yes'?>
<Relationships xmlns="http://schemas.openxmlformats.org/package/2006/relationships"><Relationship Id="rIdL2n1" Type="http://schemas.openxmlformats.org/officeDocument/2006/relationships/slideLayout" Target="../slideLayouts/slideLayout2.xml"/><Relationship Id="rIdL2n2" Type="http://schemas.openxmlformats.org/officeDocument/2006/relationships/audio" Target="../media/audio1.wav"/><Relationship Id="rIdL2n3" Type="http://schemas.openxmlformats.org/officeDocument/2006/relationships/oleObject" Target="../embeddings/oleObject1.bin"/><Relationship Id="rIdL2n4" Type="http://schemas.openxmlformats.org/officeDocument/2006/relationships/image" Target="../media/image87.jpg"/><Relationship Id="rIdL2n5" Type="http://schemas.openxmlformats.org/officeDocument/2006/relationships/audio" Target="../media/audio1.wav"/><Relationship Id="rIdL2n6" Type="http://schemas.openxmlformats.org/officeDocument/2006/relationships/image" Target="../media/image88.png"/></Relationships>
</file>

<file path=ppt/slides/_rels/slide3.xml.rels><?xml version='1.0' encoding='UTF-8' standalone='yes'?>
<Relationships xmlns="http://schemas.openxmlformats.org/package/2006/relationships"><Relationship Id="rIdL3n1" Type="http://schemas.openxmlformats.org/officeDocument/2006/relationships/slideLayout" Target="../slideLayouts/slideLayout5.xml"/><Relationship Id="rIdL3n2" Type="http://schemas.openxmlformats.org/officeDocument/2006/relationships/audio" Target="../media/audio1.wav"/><Relationship Id="rIdL3n3" Type="http://schemas.openxmlformats.org/officeDocument/2006/relationships/hyperlink" Target="http://www.google.com.mx/imgres?imgurl=https://ambulanciero112.files.wordpress.com/2013/05/via_aerea.jpg?w=620&amp;imgrefurl=https://ambulanciero112.wordpress.com/2013/05/17/valoracion-inicial-via-aerea/&amp;h=289&amp;w=258&amp;tbnid=fAG0ESyWYduEXM:&amp;docid=2N0grraWFj5Z2M&amp;hl=es&amp;ei=my1JVqyeGYjQjwPF9rDoDQ&amp;tbm=isch&amp;ved=0CAoQMygHMAc4ZGoVChMI7Nei4eGTyQIVCOhjCh1FOwzd" TargetMode="External"/><Relationship Id="rIdL3n4" Type="http://schemas.openxmlformats.org/officeDocument/2006/relationships/image" Target="../media/image87.jpg"/><Relationship Id="rIdL3n5" Type="http://schemas.openxmlformats.org/officeDocument/2006/relationships/audio" Target="../media/audio1.wav"/><Relationship Id="rIdL3n6" Type="http://schemas.openxmlformats.org/officeDocument/2006/relationships/image" Target="../media/image88.png"/><Relationship Id="rIdL3n7" Type="http://schemas.openxmlformats.org/officeDocument/2006/relationships/image" Target="../media/image114.jpg"/></Relationships>
</file>

<file path=ppt/slides/_rels/slide4.xml.rels><?xml version='1.0' encoding='UTF-8' standalone='yes'?>
<Relationships xmlns="http://schemas.openxmlformats.org/package/2006/relationships"><Relationship Id="rIdL4n1" Type="http://schemas.openxmlformats.org/officeDocument/2006/relationships/slideLayout" Target="../slideLayouts/slideLayout5.xml"/><Relationship Id="rIdL4n2" Type="http://schemas.openxmlformats.org/officeDocument/2006/relationships/audio" Target="../media/audio1.wav"/><Relationship Id="rIdL4n3" Type="http://schemas.openxmlformats.org/officeDocument/2006/relationships/oleObject" Target="../embeddings/oleObject2.bin"/><Relationship Id="rIdL4n4" Type="http://schemas.openxmlformats.org/officeDocument/2006/relationships/image" Target="../media/image139.jpg"/><Relationship Id="rIdL4n5" Type="http://schemas.openxmlformats.org/officeDocument/2006/relationships/image" Target="../media/image87.jpg"/><Relationship Id="rIdL4n6" Type="http://schemas.openxmlformats.org/officeDocument/2006/relationships/audio" Target="../media/audio1.wav"/><Relationship Id="rIdL4n7" Type="http://schemas.openxmlformats.org/officeDocument/2006/relationships/image" Target="../media/image88.png"/><Relationship Id="rIdL4n8" Type="http://schemas.openxmlformats.org/officeDocument/2006/relationships/image" Target="../media/image164.jpg"/></Relationships>
</file>

<file path=ppt/slides/_rels/slide5.xml.rels><?xml version='1.0' encoding='UTF-8' standalone='yes'?>
<Relationships xmlns="http://schemas.openxmlformats.org/package/2006/relationships"><Relationship Id="rIdL5n1" Type="http://schemas.openxmlformats.org/officeDocument/2006/relationships/slideLayout" Target="../slideLayouts/slideLayout5.xml"/><Relationship Id="rIdL5n2" Type="http://schemas.openxmlformats.org/officeDocument/2006/relationships/audio" Target="../media/audio1.wav"/><Relationship Id="rIdL5n3" Type="http://schemas.openxmlformats.org/officeDocument/2006/relationships/image" Target="../media/image12.jpeg"/><Relationship Id="rIdL5n4" Type="http://schemas.openxmlformats.org/officeDocument/2006/relationships/image" Target="../media/image13.jpeg"/><Relationship Id="rIdL5n5" Type="http://schemas.openxmlformats.org/officeDocument/2006/relationships/audio" Target="../media/audio1.wav"/><Relationship Id="rIdL5n6" Type="http://schemas.openxmlformats.org/officeDocument/2006/relationships/image" Target="../media/image87.jpg"/><Relationship Id="rIdL5n7" Type="http://schemas.openxmlformats.org/officeDocument/2006/relationships/image" Target="../media/image88.png"/><Relationship Id="rIdL5n8" Type="http://schemas.openxmlformats.org/officeDocument/2006/relationships/image" Target="../media/image10.jpg"/></Relationships>
</file>

<file path=ppt/slides/_rels/slide6.xml.rels><?xml version='1.0' encoding='UTF-8' standalone='yes'?>
<Relationships xmlns="http://schemas.openxmlformats.org/package/2006/relationships"><Relationship Id="rIdL6n1" Type="http://schemas.openxmlformats.org/officeDocument/2006/relationships/slideLayout" Target="../slideLayouts/slideLayout5.xml"/><Relationship Id="rIdL6n2" Type="http://schemas.openxmlformats.org/officeDocument/2006/relationships/audio" Target="../media/audio1.wav"/><Relationship Id="rIdL6n3" Type="http://schemas.openxmlformats.org/officeDocument/2006/relationships/image" Target="../media/image14.jpeg"/><Relationship Id="rIdL6n4" Type="http://schemas.openxmlformats.org/officeDocument/2006/relationships/image" Target="../media/image87.jpg"/><Relationship Id="rIdL6n5" Type="http://schemas.openxmlformats.org/officeDocument/2006/relationships/audio" Target="../media/audio1.wav"/><Relationship Id="rIdL6n6" Type="http://schemas.openxmlformats.org/officeDocument/2006/relationships/image" Target="../media/image88.png"/></Relationships>
</file>

<file path=ppt/slides/_rels/slide7.xml.rels><?xml version='1.0' encoding='UTF-8' standalone='yes'?>
<Relationships xmlns="http://schemas.openxmlformats.org/package/2006/relationships"><Relationship Id="rIdL7n1" Type="http://schemas.openxmlformats.org/officeDocument/2006/relationships/slideLayout" Target="../slideLayouts/slideLayout5.xml"/><Relationship Id="rIdL7n2" Type="http://schemas.openxmlformats.org/officeDocument/2006/relationships/audio" Target="../media/audio1.wav"/><Relationship Id="rIdL7n3" Type="http://schemas.openxmlformats.org/officeDocument/2006/relationships/image" Target="../media/image87.jpg"/><Relationship Id="rIdL7n4" Type="http://schemas.openxmlformats.org/officeDocument/2006/relationships/audio" Target="../media/audio1.wav"/><Relationship Id="rIdL7n5" Type="http://schemas.openxmlformats.org/officeDocument/2006/relationships/image" Target="../media/image88.png"/><Relationship Id="rIdL7n6" Type="http://schemas.openxmlformats.org/officeDocument/2006/relationships/image" Target="../media/image100.png"/></Relationships>
</file>

<file path=ppt/slides/_rels/slide8.xml.rels><?xml version='1.0' encoding='UTF-8' standalone='yes'?>
<Relationships xmlns="http://schemas.openxmlformats.org/package/2006/relationships"><Relationship Id="rIdL8n1" Type="http://schemas.openxmlformats.org/officeDocument/2006/relationships/slideLayout" Target="../slideLayouts/slideLayout5.xml"/><Relationship Id="rIdL8n2" Type="http://schemas.openxmlformats.org/officeDocument/2006/relationships/audio" Target="../media/audio1.wav"/><Relationship Id="rIdL8n3" Type="http://schemas.openxmlformats.org/officeDocument/2006/relationships/oleObject" Target="../embeddings/oleObject3.bin"/><Relationship Id="rIdL8n4" Type="http://schemas.openxmlformats.org/officeDocument/2006/relationships/image" Target="../media/image16.jpg"/><Relationship Id="rIdL8n5" Type="http://schemas.openxmlformats.org/officeDocument/2006/relationships/image" Target="../media/image87.jpg"/><Relationship Id="rIdL8n6" Type="http://schemas.openxmlformats.org/officeDocument/2006/relationships/audio" Target="../media/audio1.wav"/><Relationship Id="rIdL8n7" Type="http://schemas.openxmlformats.org/officeDocument/2006/relationships/image" Target="../media/image88.png"/><Relationship Id="rIdL8n8" Type="http://schemas.openxmlformats.org/officeDocument/2006/relationships/image" Target="../media/image11.jpg"/></Relationships>
</file>

<file path=ppt/slides/_rels/slide9.xml.rels><?xml version='1.0' encoding='UTF-8' standalone='yes'?>
<Relationships xmlns="http://schemas.openxmlformats.org/package/2006/relationships"><Relationship Id="rIdL9n1" Type="http://schemas.openxmlformats.org/officeDocument/2006/relationships/slideLayout" Target="../slideLayouts/slideLayout5.xml"/><Relationship Id="rIdL9n2" Type="http://schemas.openxmlformats.org/officeDocument/2006/relationships/audio" Target="../media/audio1.wav"/><Relationship Id="rIdL9n3" Type="http://schemas.openxmlformats.org/officeDocument/2006/relationships/image" Target="../media/image18.png"/><Relationship Id="rIdL9n4" Type="http://schemas.openxmlformats.org/officeDocument/2006/relationships/image" Target="../media/image87.jpg"/><Relationship Id="rIdL9n5" Type="http://schemas.openxmlformats.org/officeDocument/2006/relationships/audio" Target="../media/audio1.wav"/><Relationship Id="rIdL9n6" Type="http://schemas.openxmlformats.org/officeDocument/2006/relationships/image" Target="../media/image88.png"/></Relationships>
</file>

<file path=ppt/slides/_rels/slide10.xml.rels><?xml version='1.0' encoding='UTF-8' standalone='yes'?>
<Relationships xmlns="http://schemas.openxmlformats.org/package/2006/relationships"><Relationship Id="rIdL10n1" Type="http://schemas.openxmlformats.org/officeDocument/2006/relationships/slideLayout" Target="../slideLayouts/slideLayout5.xml"/><Relationship Id="rIdL10n2" Type="http://schemas.openxmlformats.org/officeDocument/2006/relationships/audio" Target="../media/audio1.wav"/><Relationship Id="rIdL10n3" Type="http://schemas.openxmlformats.org/officeDocument/2006/relationships/image" Target="../media/image19.png"/><Relationship Id="rIdL10n4" Type="http://schemas.openxmlformats.org/officeDocument/2006/relationships/image" Target="../media/image87.jpg"/><Relationship Id="rIdL10n5" Type="http://schemas.openxmlformats.org/officeDocument/2006/relationships/audio" Target="../media/audio1.wav"/><Relationship Id="rIdL10n6" Type="http://schemas.openxmlformats.org/officeDocument/2006/relationships/image" Target="../media/image88.png"/></Relationships>
</file>

<file path=ppt/slides/_rels/slide11.xml.rels><?xml version='1.0' encoding='UTF-8' standalone='yes'?>
<Relationships xmlns="http://schemas.openxmlformats.org/package/2006/relationships"><Relationship Id="rIdL11n1" Type="http://schemas.openxmlformats.org/officeDocument/2006/relationships/slideLayout" Target="../slideLayouts/slideLayout5.xml"/><Relationship Id="rIdL11n2" Type="http://schemas.openxmlformats.org/officeDocument/2006/relationships/audio" Target="../media/audio1.wav"/><Relationship Id="rIdL11n3" Type="http://schemas.openxmlformats.org/officeDocument/2006/relationships/audio" Target="../media/audio1.wav"/><Relationship Id="rIdL11n4" Type="http://schemas.openxmlformats.org/officeDocument/2006/relationships/image" Target="../media/image87.jpg"/><Relationship Id="rIdL11n5" Type="http://schemas.openxmlformats.org/officeDocument/2006/relationships/image" Target="../media/image88.png"/><Relationship Id="rIdL11n6" Type="http://schemas.openxmlformats.org/officeDocument/2006/relationships/image" Target="../media/image17.jpg"/></Relationships>
</file>

<file path=ppt/slides/_rels/slide12.xml.rels><?xml version='1.0' encoding='UTF-8' standalone='yes'?>
<Relationships xmlns="http://schemas.openxmlformats.org/package/2006/relationships"><Relationship Id="rIdL12n1" Type="http://schemas.openxmlformats.org/officeDocument/2006/relationships/slideLayout" Target="../slideLayouts/slideLayout5.xml"/><Relationship Id="rIdL12n2" Type="http://schemas.openxmlformats.org/officeDocument/2006/relationships/audio" Target="../media/audio1.wav"/><Relationship Id="rIdL12n3" Type="http://schemas.openxmlformats.org/officeDocument/2006/relationships/image" Target="../media/image87.jpg"/><Relationship Id="rIdL12n4" Type="http://schemas.openxmlformats.org/officeDocument/2006/relationships/audio" Target="../media/audio1.wav"/><Relationship Id="rIdL12n5" Type="http://schemas.openxmlformats.org/officeDocument/2006/relationships/image" Target="../media/image88.png"/><Relationship Id="rIdL12n6" Type="http://schemas.openxmlformats.org/officeDocument/2006/relationships/image" Target="../media/image140.jpg"/></Relationships>
</file>

<file path=ppt/slides/_rels/slide13.xml.rels><?xml version='1.0' encoding='UTF-8' standalone='yes'?>
<Relationships xmlns="http://schemas.openxmlformats.org/package/2006/relationships"><Relationship Id="rIdL13n1" Type="http://schemas.openxmlformats.org/officeDocument/2006/relationships/slideLayout" Target="../slideLayouts/slideLayout5.xml"/><Relationship Id="rIdL13n2" Type="http://schemas.openxmlformats.org/officeDocument/2006/relationships/audio" Target="../media/audio1.wav"/><Relationship Id="rIdL13n3" Type="http://schemas.openxmlformats.org/officeDocument/2006/relationships/image" Target="../media/image23.jpg"/><Relationship Id="rIdL13n4" Type="http://schemas.openxmlformats.org/officeDocument/2006/relationships/image" Target="../media/image87.jpg"/><Relationship Id="rIdL13n5" Type="http://schemas.openxmlformats.org/officeDocument/2006/relationships/audio" Target="../media/audio1.wav"/><Relationship Id="rIdL13n6" Type="http://schemas.openxmlformats.org/officeDocument/2006/relationships/image" Target="../media/image88.png"/></Relationships>
</file>

<file path=ppt/slides/_rels/slide14.xml.rels><?xml version='1.0' encoding='UTF-8' standalone='yes'?>
<Relationships xmlns="http://schemas.openxmlformats.org/package/2006/relationships"><Relationship Id="rIdL14n1" Type="http://schemas.openxmlformats.org/officeDocument/2006/relationships/slideLayout" Target="../slideLayouts/slideLayout2.xml"/><Relationship Id="rIdL14n2" Type="http://schemas.openxmlformats.org/officeDocument/2006/relationships/audio" Target="../media/audio1.wav"/><Relationship Id="rIdL14n3" Type="http://schemas.openxmlformats.org/officeDocument/2006/relationships/diagramData" Target="../diagrams/data1.xml"/><Relationship Id="rIdL14n4" Type="http://schemas.openxmlformats.org/officeDocument/2006/relationships/diagramLayout" Target="../diagrams/layout1.xml"/><Relationship Id="rIdL14n5" Type="http://schemas.openxmlformats.org/officeDocument/2006/relationships/diagramQuickStyle" Target="../diagrams/quickStyle1.xml"/><Relationship Id="rIdL14n6" Type="http://schemas.openxmlformats.org/officeDocument/2006/relationships/diagramColors" Target="../diagrams/colors1.xml"/><Relationship Id="rIdL14n7" Type="http://schemas.microsoft.com/office/2007/relationships/diagramDrawing" Target="../diagrams/drawing1.xml"/><Relationship Id="rIdL14n8" Type="http://schemas.openxmlformats.org/officeDocument/2006/relationships/image" Target="../media/image87.jpg"/><Relationship Id="rIdL14n9" Type="http://schemas.openxmlformats.org/officeDocument/2006/relationships/audio" Target="../media/audio1.wav"/><Relationship Id="rIdL14n10" Type="http://schemas.openxmlformats.org/officeDocument/2006/relationships/image" Target="../media/image88.png"/></Relationships>
</file>

<file path=ppt/slides/_rels/slide15.xml.rels><?xml version='1.0' encoding='UTF-8' standalone='yes'?>
<Relationships xmlns="http://schemas.openxmlformats.org/package/2006/relationships"><Relationship Id="rIdL15n1" Type="http://schemas.openxmlformats.org/officeDocument/2006/relationships/slideLayout" Target="../slideLayouts/slideLayout5.xml"/><Relationship Id="rIdL15n2" Type="http://schemas.openxmlformats.org/officeDocument/2006/relationships/audio" Target="../media/audio1.wav"/><Relationship Id="rIdL15n3" Type="http://schemas.openxmlformats.org/officeDocument/2006/relationships/image" Target="../media/image87.jpg"/><Relationship Id="rIdL15n4" Type="http://schemas.openxmlformats.org/officeDocument/2006/relationships/audio" Target="../media/audio1.wav"/><Relationship Id="rIdL15n5" Type="http://schemas.openxmlformats.org/officeDocument/2006/relationships/image" Target="../media/image88.png"/><Relationship Id="rIdL15n6" Type="http://schemas.openxmlformats.org/officeDocument/2006/relationships/image" Target="../media/image141.jpg"/></Relationships>
</file>

<file path=ppt/slides/_rels/slide16.xml.rels><?xml version='1.0' encoding='UTF-8' standalone='yes'?>
<Relationships xmlns="http://schemas.openxmlformats.org/package/2006/relationships"><Relationship Id="rIdL16n1" Type="http://schemas.openxmlformats.org/officeDocument/2006/relationships/slideLayout" Target="../slideLayouts/slideLayout2.xml"/><Relationship Id="rIdL16n2" Type="http://schemas.openxmlformats.org/officeDocument/2006/relationships/audio" Target="../media/audio1.wav"/><Relationship Id="rIdL16n3" Type="http://schemas.openxmlformats.org/officeDocument/2006/relationships/image" Target="../media/image29.png"/><Relationship Id="rIdL16n4" Type="http://schemas.openxmlformats.org/officeDocument/2006/relationships/diagramData" Target="../diagrams/data2.xml"/><Relationship Id="rIdL16n5" Type="http://schemas.openxmlformats.org/officeDocument/2006/relationships/diagramLayout" Target="../diagrams/layout2.xml"/><Relationship Id="rIdL16n6" Type="http://schemas.openxmlformats.org/officeDocument/2006/relationships/diagramQuickStyle" Target="../diagrams/quickStyle2.xml"/><Relationship Id="rIdL16n7" Type="http://schemas.openxmlformats.org/officeDocument/2006/relationships/diagramColors" Target="../diagrams/colors2.xml"/><Relationship Id="rIdL16n8" Type="http://schemas.microsoft.com/office/2007/relationships/diagramDrawing" Target="../diagrams/drawing2.xml"/><Relationship Id="rIdL16n9" Type="http://schemas.openxmlformats.org/officeDocument/2006/relationships/image" Target="../media/image87.jpg"/><Relationship Id="rIdL16n10" Type="http://schemas.openxmlformats.org/officeDocument/2006/relationships/audio" Target="../media/audio1.wav"/><Relationship Id="rIdL16n11" Type="http://schemas.openxmlformats.org/officeDocument/2006/relationships/image" Target="../media/image88.png"/></Relationships>
</file>

<file path=ppt/slides/_rels/slide17.xml.rels><?xml version='1.0' encoding='UTF-8' standalone='yes'?>
<Relationships xmlns="http://schemas.openxmlformats.org/package/2006/relationships"><Relationship Id="rIdL17n1" Type="http://schemas.openxmlformats.org/officeDocument/2006/relationships/slideLayout" Target="../slideLayouts/slideLayout5.xml"/><Relationship Id="rIdL17n2" Type="http://schemas.openxmlformats.org/officeDocument/2006/relationships/audio" Target="../media/audio1.wav"/><Relationship Id="rIdL17n3" Type="http://schemas.openxmlformats.org/officeDocument/2006/relationships/image" Target="../media/image30.png"/><Relationship Id="rIdL17n4" Type="http://schemas.openxmlformats.org/officeDocument/2006/relationships/image" Target="../media/image87.jpg"/><Relationship Id="rIdL17n5" Type="http://schemas.openxmlformats.org/officeDocument/2006/relationships/audio" Target="../media/audio1.wav"/><Relationship Id="rIdL17n6" Type="http://schemas.openxmlformats.org/officeDocument/2006/relationships/image" Target="../media/image88.png"/></Relationships>
</file>

<file path=ppt/slides/_rels/slide18.xml.rels><?xml version='1.0' encoding='UTF-8' standalone='yes'?>
<Relationships xmlns="http://schemas.openxmlformats.org/package/2006/relationships"><Relationship Id="rIdL18n1" Type="http://schemas.openxmlformats.org/officeDocument/2006/relationships/slideLayout" Target="../slideLayouts/slideLayout5.xml"/><Relationship Id="rIdL18n2" Type="http://schemas.openxmlformats.org/officeDocument/2006/relationships/audio" Target="../media/audio1.wav"/><Relationship Id="rIdL18n3" Type="http://schemas.openxmlformats.org/officeDocument/2006/relationships/audio" Target="../media/audio1.wav"/><Relationship Id="rIdL18n4" Type="http://schemas.openxmlformats.org/officeDocument/2006/relationships/image" Target="../media/image87.jpg"/><Relationship Id="rIdL18n5" Type="http://schemas.openxmlformats.org/officeDocument/2006/relationships/image" Target="../media/image88.png"/><Relationship Id="rIdL18n6" Type="http://schemas.openxmlformats.org/officeDocument/2006/relationships/image" Target="../media/image142.jpg"/></Relationships>
</file>

<file path=ppt/slides/_rels/slide19.xml.rels><?xml version='1.0' encoding='UTF-8' standalone='yes'?>
<Relationships xmlns="http://schemas.openxmlformats.org/package/2006/relationships"><Relationship Id="rIdL19n1" Type="http://schemas.openxmlformats.org/officeDocument/2006/relationships/slideLayout" Target="../slideLayouts/slideLayout5.xml"/><Relationship Id="rIdL19n2" Type="http://schemas.openxmlformats.org/officeDocument/2006/relationships/audio" Target="../media/audio1.wav"/><Relationship Id="rIdL19n3" Type="http://schemas.openxmlformats.org/officeDocument/2006/relationships/diagramData" Target="../diagrams/data3.xml"/><Relationship Id="rIdL19n4" Type="http://schemas.openxmlformats.org/officeDocument/2006/relationships/diagramLayout" Target="../diagrams/layout3.xml"/><Relationship Id="rIdL19n5" Type="http://schemas.openxmlformats.org/officeDocument/2006/relationships/diagramQuickStyle" Target="../diagrams/quickStyle3.xml"/><Relationship Id="rIdL19n6" Type="http://schemas.openxmlformats.org/officeDocument/2006/relationships/diagramColors" Target="../diagrams/colors3.xml"/><Relationship Id="rIdL19n7" Type="http://schemas.microsoft.com/office/2007/relationships/diagramDrawing" Target="../diagrams/drawing3.xml"/><Relationship Id="rIdL19n8" Type="http://schemas.openxmlformats.org/officeDocument/2006/relationships/image" Target="../media/image34.png"/><Relationship Id="rIdL19n9" Type="http://schemas.openxmlformats.org/officeDocument/2006/relationships/image" Target="../media/image87.jpg"/><Relationship Id="rIdL19n10" Type="http://schemas.openxmlformats.org/officeDocument/2006/relationships/audio" Target="../media/audio1.wav"/><Relationship Id="rIdL19n11" Type="http://schemas.openxmlformats.org/officeDocument/2006/relationships/image" Target="../media/image88.png"/></Relationships>
</file>

<file path=ppt/slides/_rels/slide20.xml.rels><?xml version='1.0' encoding='UTF-8' standalone='yes'?>
<Relationships xmlns="http://schemas.openxmlformats.org/package/2006/relationships"><Relationship Id="rIdL20n1" Type="http://schemas.openxmlformats.org/officeDocument/2006/relationships/slideLayout" Target="../slideLayouts/slideLayout5.xml"/><Relationship Id="rIdL20n2" Type="http://schemas.openxmlformats.org/officeDocument/2006/relationships/audio" Target="../media/audio1.wav"/><Relationship Id="rIdL20n3" Type="http://schemas.openxmlformats.org/officeDocument/2006/relationships/image" Target="../media/image87.jpg"/><Relationship Id="rIdL20n4" Type="http://schemas.openxmlformats.org/officeDocument/2006/relationships/audio" Target="../media/audio1.wav"/><Relationship Id="rIdL20n5" Type="http://schemas.openxmlformats.org/officeDocument/2006/relationships/image" Target="../media/image88.png"/><Relationship Id="rIdL20n6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L21n1" Type="http://schemas.openxmlformats.org/officeDocument/2006/relationships/slideLayout" Target="../slideLayouts/slideLayout2.xml"/><Relationship Id="rIdL21n2" Type="http://schemas.openxmlformats.org/officeDocument/2006/relationships/audio" Target="../media/audio1.wav"/><Relationship Id="rIdL21n3" Type="http://schemas.openxmlformats.org/officeDocument/2006/relationships/image" Target="../media/image87.jpg"/><Relationship Id="rIdL21n4" Type="http://schemas.openxmlformats.org/officeDocument/2006/relationships/audio" Target="../media/audio1.wav"/><Relationship Id="rIdL21n5" Type="http://schemas.openxmlformats.org/officeDocument/2006/relationships/image" Target="../media/image88.png"/></Relationships>
</file>

<file path=ppt/slides/_rels/slide22.xml.rels><?xml version='1.0' encoding='UTF-8' standalone='yes'?>
<Relationships xmlns="http://schemas.openxmlformats.org/package/2006/relationships"><Relationship Id="rIdL22n1" Type="http://schemas.openxmlformats.org/officeDocument/2006/relationships/slideLayout" Target="../slideLayouts/slideLayout2.xml"/><Relationship Id="rIdL22n2" Type="http://schemas.openxmlformats.org/officeDocument/2006/relationships/audio" Target="../media/audio1.wav"/><Relationship Id="rIdL22n3" Type="http://schemas.openxmlformats.org/officeDocument/2006/relationships/image" Target="../media/image87.jpg"/><Relationship Id="rIdL22n4" Type="http://schemas.openxmlformats.org/officeDocument/2006/relationships/audio" Target="../media/audio1.wav"/><Relationship Id="rIdL22n5" Type="http://schemas.openxmlformats.org/officeDocument/2006/relationships/image" Target="../media/image88.png"/><Relationship Id="rIdL22n6" Type="http://schemas.openxmlformats.org/officeDocument/2006/relationships/image" Target="../media/image143.jpg"/></Relationships>
</file>

<file path=ppt/slides/_rels/slide23.xml.rels><?xml version='1.0' encoding='UTF-8' standalone='yes'?>
<Relationships xmlns="http://schemas.openxmlformats.org/package/2006/relationships"><Relationship Id="rIdL23n1" Type="http://schemas.openxmlformats.org/officeDocument/2006/relationships/slideLayout" Target="../slideLayouts/slideLayout2.xml"/><Relationship Id="rIdL23n2" Type="http://schemas.openxmlformats.org/officeDocument/2006/relationships/image" Target="../media/image87.jpg"/><Relationship Id="rIdL23n3" Type="http://schemas.openxmlformats.org/officeDocument/2006/relationships/image" Target="../media/image88.png"/><Relationship Id="rIdL23n4" Type="http://schemas.openxmlformats.org/officeDocument/2006/relationships/image" Target="../media/image144.jpg"/></Relationships>
</file>

<file path=ppt/slides/_rels/slide24.xml.rels><?xml version='1.0' encoding='UTF-8' standalone='yes'?>
<Relationships xmlns="http://schemas.openxmlformats.org/package/2006/relationships"><Relationship Id="rIdL24n1" Type="http://schemas.openxmlformats.org/officeDocument/2006/relationships/slideLayout" Target="../slideLayouts/slideLayout5.xml"/><Relationship Id="rIdL24n2" Type="http://schemas.openxmlformats.org/officeDocument/2006/relationships/audio" Target="../media/audio1.wav"/><Relationship Id="rIdL24n3" Type="http://schemas.openxmlformats.org/officeDocument/2006/relationships/audio" Target="../media/audio1.wav"/><Relationship Id="rIdL24n4" Type="http://schemas.openxmlformats.org/officeDocument/2006/relationships/image" Target="../media/image87.jpg"/><Relationship Id="rIdL24n5" Type="http://schemas.openxmlformats.org/officeDocument/2006/relationships/image" Target="../media/image88.png"/><Relationship Id="rIdL24n6" Type="http://schemas.openxmlformats.org/officeDocument/2006/relationships/image" Target="../media/image145.jpg"/></Relationships>
</file>

<file path=ppt/slides/_rels/slide25.xml.rels><?xml version='1.0' encoding='UTF-8' standalone='yes'?>
<Relationships xmlns="http://schemas.openxmlformats.org/package/2006/relationships"><Relationship Id="rIdL25n1" Type="http://schemas.openxmlformats.org/officeDocument/2006/relationships/slideLayout" Target="../slideLayouts/slideLayout5.xml"/><Relationship Id="rIdL25n2" Type="http://schemas.openxmlformats.org/officeDocument/2006/relationships/audio" Target="../media/audio1.wav"/><Relationship Id="rIdL25n3" Type="http://schemas.openxmlformats.org/officeDocument/2006/relationships/image" Target="../media/image37.png"/><Relationship Id="rIdL25n4" Type="http://schemas.openxmlformats.org/officeDocument/2006/relationships/image" Target="../media/image38.png"/><Relationship Id="rIdL25n5" Type="http://schemas.openxmlformats.org/officeDocument/2006/relationships/audio" Target="../media/audio1.wav"/><Relationship Id="rIdL25n6" Type="http://schemas.openxmlformats.org/officeDocument/2006/relationships/image" Target="../media/image87.jpg"/><Relationship Id="rIdL25n7" Type="http://schemas.openxmlformats.org/officeDocument/2006/relationships/image" Target="../media/image88.png"/></Relationships>
</file>

<file path=ppt/slides/_rels/slide26.xml.rels><?xml version='1.0' encoding='UTF-8' standalone='yes'?>
<Relationships xmlns="http://schemas.openxmlformats.org/package/2006/relationships"><Relationship Id="rIdL26n1" Type="http://schemas.openxmlformats.org/officeDocument/2006/relationships/slideLayout" Target="../slideLayouts/slideLayout2.xml"/><Relationship Id="rIdL26n2" Type="http://schemas.openxmlformats.org/officeDocument/2006/relationships/audio" Target="../media/audio1.wav"/><Relationship Id="rIdL26n3" Type="http://schemas.openxmlformats.org/officeDocument/2006/relationships/image" Target="../media/image87.jpg"/><Relationship Id="rIdL26n4" Type="http://schemas.openxmlformats.org/officeDocument/2006/relationships/audio" Target="../media/audio1.wav"/><Relationship Id="rIdL26n5" Type="http://schemas.openxmlformats.org/officeDocument/2006/relationships/image" Target="../media/image88.png"/></Relationships>
</file>

<file path=ppt/slides/_rels/slide27.xml.rels><?xml version='1.0' encoding='UTF-8' standalone='yes'?>
<Relationships xmlns="http://schemas.openxmlformats.org/package/2006/relationships"><Relationship Id="rIdL27n1" Type="http://schemas.openxmlformats.org/officeDocument/2006/relationships/slideLayout" Target="../slideLayouts/slideLayout2.xml"/><Relationship Id="rIdL27n2" Type="http://schemas.openxmlformats.org/officeDocument/2006/relationships/image" Target="../media/image40.jpeg"/><Relationship Id="rIdL27n3" Type="http://schemas.openxmlformats.org/officeDocument/2006/relationships/image" Target="../media/image87.jpg"/><Relationship Id="rIdL27n4" Type="http://schemas.openxmlformats.org/officeDocument/2006/relationships/image" Target="../media/image88.png"/></Relationships>
</file>

<file path=ppt/slides/_rels/slide28.xml.rels><?xml version='1.0' encoding='UTF-8' standalone='yes'?>
<Relationships xmlns="http://schemas.openxmlformats.org/package/2006/relationships"><Relationship Id="rIdL28n1" Type="http://schemas.openxmlformats.org/officeDocument/2006/relationships/slideLayout" Target="../slideLayouts/slideLayout2.xml"/><Relationship Id="rIdL28n2" Type="http://schemas.openxmlformats.org/officeDocument/2006/relationships/image" Target="../media/image87.jpg"/><Relationship Id="rIdL28n3" Type="http://schemas.openxmlformats.org/officeDocument/2006/relationships/image" Target="../media/image88.png"/><Relationship Id="rIdL28n4" Type="http://schemas.openxmlformats.org/officeDocument/2006/relationships/image" Target="../media/image146.jpg"/></Relationships>
</file>

<file path=ppt/slides/_rels/slide29.xml.rels><?xml version='1.0' encoding='UTF-8' standalone='yes'?>
<Relationships xmlns="http://schemas.openxmlformats.org/package/2006/relationships"><Relationship Id="rIdL29n1" Type="http://schemas.openxmlformats.org/officeDocument/2006/relationships/slideLayout" Target="../slideLayouts/slideLayout2.xml"/><Relationship Id="rIdL29n2" Type="http://schemas.openxmlformats.org/officeDocument/2006/relationships/image" Target="../media/image87.jpg"/><Relationship Id="rIdL29n3" Type="http://schemas.openxmlformats.org/officeDocument/2006/relationships/image" Target="../media/image88.png"/><Relationship Id="rIdL29n4" Type="http://schemas.openxmlformats.org/officeDocument/2006/relationships/image" Target="../media/image147.jpg"/></Relationships>
</file>

<file path=ppt/slides/_rels/slide30.xml.rels><?xml version='1.0' encoding='UTF-8' standalone='yes'?>
<Relationships xmlns="http://schemas.openxmlformats.org/package/2006/relationships"><Relationship Id="rIdL30n1" Type="http://schemas.openxmlformats.org/officeDocument/2006/relationships/slideLayout" Target="../slideLayouts/slideLayout2.xml"/><Relationship Id="rIdL30n2" Type="http://schemas.openxmlformats.org/officeDocument/2006/relationships/image" Target="../media/image87.jpg"/><Relationship Id="rIdL30n3" Type="http://schemas.openxmlformats.org/officeDocument/2006/relationships/image" Target="../media/image88.png"/><Relationship Id="rIdL30n4" Type="http://schemas.openxmlformats.org/officeDocument/2006/relationships/image" Target="../media/image148.jpg"/></Relationships>
</file>

<file path=ppt/slides/_rels/slide31.xml.rels><?xml version='1.0' encoding='UTF-8' standalone='yes'?>
<Relationships xmlns="http://schemas.openxmlformats.org/package/2006/relationships"><Relationship Id="rIdL31n1" Type="http://schemas.openxmlformats.org/officeDocument/2006/relationships/slideLayout" Target="../slideLayouts/slideLayout2.xml"/><Relationship Id="rIdL31n2" Type="http://schemas.openxmlformats.org/officeDocument/2006/relationships/image" Target="../media/image87.jpg"/><Relationship Id="rIdL31n3" Type="http://schemas.openxmlformats.org/officeDocument/2006/relationships/image" Target="../media/image88.png"/><Relationship Id="rIdL31n4" Type="http://schemas.openxmlformats.org/officeDocument/2006/relationships/image" Target="../media/image149.jpg"/></Relationships>
</file>

<file path=ppt/slides/_rels/slide32.xml.rels><?xml version='1.0' encoding='UTF-8' standalone='yes'?>
<Relationships xmlns="http://schemas.openxmlformats.org/package/2006/relationships"><Relationship Id="rIdL32n1" Type="http://schemas.openxmlformats.org/officeDocument/2006/relationships/slideLayout" Target="../slideLayouts/slideLayout5.xml"/><Relationship Id="rIdL32n2" Type="http://schemas.openxmlformats.org/officeDocument/2006/relationships/audio" Target="../media/audio1.wav"/><Relationship Id="rIdL32n3" Type="http://schemas.openxmlformats.org/officeDocument/2006/relationships/image" Target="../media/image45.png"/><Relationship Id="rIdL32n4" Type="http://schemas.openxmlformats.org/officeDocument/2006/relationships/image" Target="../media/image87.jpg"/><Relationship Id="rIdL32n5" Type="http://schemas.openxmlformats.org/officeDocument/2006/relationships/audio" Target="../media/audio1.wav"/><Relationship Id="rIdL32n6" Type="http://schemas.openxmlformats.org/officeDocument/2006/relationships/image" Target="../media/image88.png"/></Relationships>
</file>

<file path=ppt/slides/_rels/slide33.xml.rels><?xml version='1.0' encoding='UTF-8' standalone='yes'?>
<Relationships xmlns="http://schemas.openxmlformats.org/package/2006/relationships"><Relationship Id="rIdL33n1" Type="http://schemas.openxmlformats.org/officeDocument/2006/relationships/slideLayout" Target="../slideLayouts/slideLayout2.xml"/><Relationship Id="rIdL33n2" Type="http://schemas.openxmlformats.org/officeDocument/2006/relationships/audio" Target="../media/audio1.wav"/><Relationship Id="rIdL33n3" Type="http://schemas.openxmlformats.org/officeDocument/2006/relationships/diagramData" Target="../diagrams/data4.xml"/><Relationship Id="rIdL33n4" Type="http://schemas.openxmlformats.org/officeDocument/2006/relationships/diagramLayout" Target="../diagrams/layout4.xml"/><Relationship Id="rIdL33n5" Type="http://schemas.openxmlformats.org/officeDocument/2006/relationships/diagramQuickStyle" Target="../diagrams/quickStyle4.xml"/><Relationship Id="rIdL33n6" Type="http://schemas.openxmlformats.org/officeDocument/2006/relationships/diagramColors" Target="../diagrams/colors4.xml"/><Relationship Id="rIdL33n7" Type="http://schemas.microsoft.com/office/2007/relationships/diagramDrawing" Target="../diagrams/drawing4.xml"/><Relationship Id="rIdL33n8" Type="http://schemas.openxmlformats.org/officeDocument/2006/relationships/image" Target="../media/image87.jpg"/><Relationship Id="rIdL33n9" Type="http://schemas.openxmlformats.org/officeDocument/2006/relationships/audio" Target="../media/audio1.wav"/><Relationship Id="rIdL33n10" Type="http://schemas.openxmlformats.org/officeDocument/2006/relationships/image" Target="../media/image88.png"/></Relationships>
</file>

<file path=ppt/slides/_rels/slide34.xml.rels><?xml version='1.0' encoding='UTF-8' standalone='yes'?>
<Relationships xmlns="http://schemas.openxmlformats.org/package/2006/relationships"><Relationship Id="rIdL34n1" Type="http://schemas.openxmlformats.org/officeDocument/2006/relationships/slideLayout" Target="../slideLayouts/slideLayout2.xml"/><Relationship Id="rIdL34n2" Type="http://schemas.openxmlformats.org/officeDocument/2006/relationships/audio" Target="../media/audio1.wav"/><Relationship Id="rIdL34n3" Type="http://schemas.openxmlformats.org/officeDocument/2006/relationships/audio" Target="../media/audio1.wav"/><Relationship Id="rIdL34n4" Type="http://schemas.openxmlformats.org/officeDocument/2006/relationships/image" Target="../media/image87.jpg"/><Relationship Id="rIdL34n5" Type="http://schemas.openxmlformats.org/officeDocument/2006/relationships/image" Target="../media/image88.png"/><Relationship Id="rIdL34n6" Type="http://schemas.openxmlformats.org/officeDocument/2006/relationships/image" Target="../media/image104.jpg"/></Relationships>
</file>

<file path=ppt/slides/_rels/slide35.xml.rels><?xml version='1.0' encoding='UTF-8' standalone='yes'?>
<Relationships xmlns="http://schemas.openxmlformats.org/package/2006/relationships"><Relationship Id="rIdL35n1" Type="http://schemas.openxmlformats.org/officeDocument/2006/relationships/slideLayout" Target="../slideLayouts/slideLayout2.xml"/><Relationship Id="rIdL35n2" Type="http://schemas.openxmlformats.org/officeDocument/2006/relationships/audio" Target="../media/audio1.wav"/><Relationship Id="rIdL35n3" Type="http://schemas.openxmlformats.org/officeDocument/2006/relationships/audio" Target="../media/audio1.wav"/><Relationship Id="rIdL35n4" Type="http://schemas.openxmlformats.org/officeDocument/2006/relationships/image" Target="../media/image87.jpg"/><Relationship Id="rIdL35n5" Type="http://schemas.openxmlformats.org/officeDocument/2006/relationships/image" Target="../media/image88.png"/></Relationships>
</file>

<file path=ppt/slides/_rels/slide36.xml.rels><?xml version='1.0' encoding='UTF-8' standalone='yes'?>
<Relationships xmlns="http://schemas.openxmlformats.org/package/2006/relationships"><Relationship Id="rIdL36n1" Type="http://schemas.openxmlformats.org/officeDocument/2006/relationships/slideLayout" Target="../slideLayouts/slideLayout12.xml"/><Relationship Id="rIdL36n2" Type="http://schemas.openxmlformats.org/officeDocument/2006/relationships/image" Target="../media/image50.png"/><Relationship Id="rIdL36n3" Type="http://schemas.openxmlformats.org/officeDocument/2006/relationships/image" Target="../media/image87.jpg"/><Relationship Id="rIdL36n4" Type="http://schemas.openxmlformats.org/officeDocument/2006/relationships/image" Target="../media/image88.png"/></Relationships>
</file>

<file path=ppt/slides/_rels/slide37.xml.rels><?xml version='1.0' encoding='UTF-8' standalone='yes'?>
<Relationships xmlns="http://schemas.openxmlformats.org/package/2006/relationships"><Relationship Id="rIdL37n1" Type="http://schemas.openxmlformats.org/officeDocument/2006/relationships/slideLayout" Target="../slideLayouts/slideLayout12.xml"/><Relationship Id="rIdL37n2" Type="http://schemas.openxmlformats.org/officeDocument/2006/relationships/hyperlink" Target="http://images.google.com.mx/imgres?imgurl=http://www.salomart.com/images/pelvis-2.jpg&amp;imgrefurl=http://www.salomart.com/pelvis.htm&amp;usg=__nApDWn5zLYtXn04hC1qKdb3J2F4=&amp;h=376&amp;w=500&amp;sz=19&amp;hl=es&amp;start=7&amp;tbnid=OXAjQccxwSQdJM:&amp;tbnh=98&amp;tbnw=130&amp;prev=/images?q=pelvis&amp;gbv=2&amp;hl=es" TargetMode="External"/><Relationship Id="rIdL37n3" Type="http://schemas.openxmlformats.org/officeDocument/2006/relationships/image" Target="../media/image51.jpeg"/><Relationship Id="rIdL37n4" Type="http://schemas.openxmlformats.org/officeDocument/2006/relationships/image" Target="../media/image87.jpg"/><Relationship Id="rIdL37n5" Type="http://schemas.openxmlformats.org/officeDocument/2006/relationships/image" Target="../media/image88.png"/></Relationships>
</file>

<file path=ppt/slides/_rels/slide38.xml.rels><?xml version='1.0' encoding='UTF-8' standalone='yes'?>
<Relationships xmlns="http://schemas.openxmlformats.org/package/2006/relationships"><Relationship Id="rIdL38n1" Type="http://schemas.openxmlformats.org/officeDocument/2006/relationships/slideLayout" Target="../slideLayouts/slideLayout12.xml"/><Relationship Id="rIdL38n2" Type="http://schemas.openxmlformats.org/officeDocument/2006/relationships/image" Target="../media/image50.png"/><Relationship Id="rIdL38n3" Type="http://schemas.openxmlformats.org/officeDocument/2006/relationships/image" Target="../media/image87.jpg"/><Relationship Id="rIdL38n4" Type="http://schemas.openxmlformats.org/officeDocument/2006/relationships/image" Target="../media/image88.png"/><Relationship Id="rIdL38n5" Type="http://schemas.openxmlformats.org/officeDocument/2006/relationships/image" Target="../media/image110.jpg"/></Relationships>
</file>

<file path=ppt/slides/_rels/slide39.xml.rels><?xml version='1.0' encoding='UTF-8' standalone='yes'?>
<Relationships xmlns="http://schemas.openxmlformats.org/package/2006/relationships"><Relationship Id="rIdL39n1" Type="http://schemas.openxmlformats.org/officeDocument/2006/relationships/slideLayout" Target="../slideLayouts/slideLayout12.xml"/><Relationship Id="rIdL39n2" Type="http://schemas.openxmlformats.org/officeDocument/2006/relationships/image" Target="../media/image87.jpg"/><Relationship Id="rIdL39n3" Type="http://schemas.openxmlformats.org/officeDocument/2006/relationships/image" Target="../media/image88.png"/><Relationship Id="rIdL39n4" Type="http://schemas.openxmlformats.org/officeDocument/2006/relationships/image" Target="../media/image52.jpg"/></Relationships>
</file>

<file path=ppt/slides/_rels/slide40.xml.rels><?xml version='1.0' encoding='UTF-8' standalone='yes'?>
<Relationships xmlns="http://schemas.openxmlformats.org/package/2006/relationships"><Relationship Id="rIdL40n1" Type="http://schemas.openxmlformats.org/officeDocument/2006/relationships/slideLayout" Target="../slideLayouts/slideLayout12.xml"/><Relationship Id="rIdL40n2" Type="http://schemas.openxmlformats.org/officeDocument/2006/relationships/hyperlink" Target="http://images.google.com.mx/imgres?imgurl=http://www.promasa.es/Imagenes/Fotos/F%C3%A9rulas%20r%C3%ADgidas.jpg&amp;imgrefurl=http://www.promasa.es/producto.asp?id=25&amp;usg=__pjo7-7l3aISzwCU668_gPv3P9j8=&amp;h=383&amp;w=300&amp;sz=12&amp;hl=es&amp;start=3&amp;tbnid=7_2Z49xW2XlyMM:&amp;tbnh=123&amp;tbnw=96&amp;prev=/images?q=ferulas&amp;gbv=2&amp;hl=es" TargetMode="External"/><Relationship Id="rIdL40n3" Type="http://schemas.openxmlformats.org/officeDocument/2006/relationships/hyperlink" Target="http://images.google.com.mx/imgres?imgurl=http://html.rincondelvago.com/000436255.jpg&amp;imgrefurl=http://html.rincondelvago.com/fracturas.html&amp;usg=__XZ_mFMS9jwMjGHzPPkt1ptvw6Fc=&amp;h=351&amp;w=873&amp;sz=27&amp;hl=es&amp;start=2&amp;tbnid=s46unDBc5xTLWM:&amp;tbnh=59&amp;tbnw=146&amp;prev=/images?q=ferula+improvisada&amp;gbv=2&amp;hl=es" TargetMode="External"/><Relationship Id="rIdL40n4" Type="http://schemas.openxmlformats.org/officeDocument/2006/relationships/hyperlink" Target="http://images.google.com.mx/imgres?imgurl=http://www.efdeportes.com/efd84/auxi08.gif&amp;imgrefurl=http://www.efdeportes.com/efd84/auxi.htm&amp;usg=__-3hJOYOMHZTiVox_DPOVdZ4xRfg=&amp;h=419&amp;w=263&amp;sz=8&amp;hl=es&amp;start=7&amp;tbnid=5JSRFVFT2or_WM:&amp;tbnh=125&amp;tbnw=78&amp;prev=/images?q=ferula+improvisada&amp;gbv=2&amp;hl=es" TargetMode="External"/><Relationship Id="rIdL40n5" Type="http://schemas.openxmlformats.org/officeDocument/2006/relationships/image" Target="../media/image87.jpg"/><Relationship Id="rIdL40n6" Type="http://schemas.openxmlformats.org/officeDocument/2006/relationships/image" Target="../media/image88.png"/><Relationship Id="rIdL40n7" Type="http://schemas.openxmlformats.org/officeDocument/2006/relationships/image" Target="../media/image150.jpg"/></Relationships>
</file>

<file path=ppt/slides/_rels/slide41.xml.rels><?xml version='1.0' encoding='UTF-8' standalone='yes'?>
<Relationships xmlns="http://schemas.openxmlformats.org/package/2006/relationships"><Relationship Id="rIdL41n1" Type="http://schemas.openxmlformats.org/officeDocument/2006/relationships/slideLayout" Target="../slideLayouts/slideLayout12.xml"/><Relationship Id="rIdL41n2" Type="http://schemas.openxmlformats.org/officeDocument/2006/relationships/image" Target="../media/image50.png"/><Relationship Id="rIdL41n3" Type="http://schemas.openxmlformats.org/officeDocument/2006/relationships/image" Target="../media/image87.jpg"/><Relationship Id="rIdL41n4" Type="http://schemas.openxmlformats.org/officeDocument/2006/relationships/image" Target="../media/image88.png"/></Relationships>
</file>

<file path=ppt/slides/_rels/slide42.xml.rels><?xml version='1.0' encoding='UTF-8' standalone='yes'?>
<Relationships xmlns="http://schemas.openxmlformats.org/package/2006/relationships"><Relationship Id="rIdL42n1" Type="http://schemas.openxmlformats.org/officeDocument/2006/relationships/slideLayout" Target="../slideLayouts/slideLayout5.xml"/><Relationship Id="rIdL42n2" Type="http://schemas.openxmlformats.org/officeDocument/2006/relationships/audio" Target="../media/audio1.wav"/><Relationship Id="rIdL42n3" Type="http://schemas.openxmlformats.org/officeDocument/2006/relationships/image" Target="../media/image57.png"/><Relationship Id="rIdL42n4" Type="http://schemas.openxmlformats.org/officeDocument/2006/relationships/image" Target="../media/image87.jpg"/><Relationship Id="rIdL42n5" Type="http://schemas.openxmlformats.org/officeDocument/2006/relationships/audio" Target="../media/audio1.wav"/><Relationship Id="rIdL42n6" Type="http://schemas.openxmlformats.org/officeDocument/2006/relationships/image" Target="../media/image88.png"/></Relationships>
</file>

<file path=ppt/slides/_rels/slide43.xml.rels><?xml version='1.0' encoding='UTF-8' standalone='yes'?>
<Relationships xmlns="http://schemas.openxmlformats.org/package/2006/relationships"><Relationship Id="rIdL43n1" Type="http://schemas.openxmlformats.org/officeDocument/2006/relationships/slideLayout" Target="../slideLayouts/slideLayout2.xml"/><Relationship Id="rIdL43n2" Type="http://schemas.openxmlformats.org/officeDocument/2006/relationships/image" Target="../media/image58.jpeg"/><Relationship Id="rIdL43n3" Type="http://schemas.openxmlformats.org/officeDocument/2006/relationships/image" Target="../media/image87.jpg"/><Relationship Id="rIdL43n4" Type="http://schemas.openxmlformats.org/officeDocument/2006/relationships/image" Target="../media/image88.png"/></Relationships>
</file>

<file path=ppt/slides/_rels/slide44.xml.rels><?xml version='1.0' encoding='UTF-8' standalone='yes'?>
<Relationships xmlns="http://schemas.openxmlformats.org/package/2006/relationships"><Relationship Id="rIdL44n1" Type="http://schemas.openxmlformats.org/officeDocument/2006/relationships/slideLayout" Target="../slideLayouts/slideLayout2.xml"/><Relationship Id="rIdL44n2" Type="http://schemas.openxmlformats.org/officeDocument/2006/relationships/image" Target="../media/image59.jpeg"/><Relationship Id="rIdL44n3" Type="http://schemas.openxmlformats.org/officeDocument/2006/relationships/image" Target="../media/image87.jpg"/><Relationship Id="rIdL44n4" Type="http://schemas.openxmlformats.org/officeDocument/2006/relationships/image" Target="../media/image88.png"/></Relationships>
</file>

<file path=ppt/slides/_rels/slide45.xml.rels><?xml version='1.0' encoding='UTF-8' standalone='yes'?>
<Relationships xmlns="http://schemas.openxmlformats.org/package/2006/relationships"><Relationship Id="rIdL45n1" Type="http://schemas.openxmlformats.org/officeDocument/2006/relationships/slideLayout" Target="../slideLayouts/slideLayout2.xml"/><Relationship Id="rIdL45n2" Type="http://schemas.openxmlformats.org/officeDocument/2006/relationships/image" Target="../media/image87.jpg"/><Relationship Id="rIdL45n3" Type="http://schemas.openxmlformats.org/officeDocument/2006/relationships/image" Target="../media/image88.png"/><Relationship Id="rIdL45n4" Type="http://schemas.openxmlformats.org/officeDocument/2006/relationships/image" Target="../media/image151.jpg"/></Relationships>
</file>

<file path=ppt/slides/_rels/slide46.xml.rels><?xml version='1.0' encoding='UTF-8' standalone='yes'?>
<Relationships xmlns="http://schemas.openxmlformats.org/package/2006/relationships"><Relationship Id="rIdL46n1" Type="http://schemas.openxmlformats.org/officeDocument/2006/relationships/slideLayout" Target="../slideLayouts/slideLayout2.xml"/><Relationship Id="rIdL46n2" Type="http://schemas.openxmlformats.org/officeDocument/2006/relationships/audio" Target="../media/audio1.wav"/><Relationship Id="rIdL46n3" Type="http://schemas.openxmlformats.org/officeDocument/2006/relationships/hyperlink" Target="http://images.google.com.mx/imgres?imgurl=http://www.crackedanimations.com/portfolio/drawings/sunburn.jpg&amp;imgrefurl=http://ctdeportes.blogspot.com/2008_07_27_archive.html&amp;usg=__YVDVv_JKj0aOZ2ikDt1bcGcNNG0=&amp;h=622&amp;w=887&amp;sz=88&amp;hl=es&amp;start=15&amp;tbnid=ePxhc6A7dTzNiM:&amp;tbnh=102&amp;tbnw=146&amp;prev=/images?q=rayos+uv&amp;gbv=2&amp;hl=es" TargetMode="External"/><Relationship Id="rIdL46n4" Type="http://schemas.openxmlformats.org/officeDocument/2006/relationships/audio" Target="../media/audio1.wav"/><Relationship Id="rIdL46n5" Type="http://schemas.openxmlformats.org/officeDocument/2006/relationships/image" Target="../media/image87.jpg"/><Relationship Id="rIdL46n6" Type="http://schemas.openxmlformats.org/officeDocument/2006/relationships/image" Target="../media/image88.png"/></Relationships>
</file>

<file path=ppt/slides/_rels/slide47.xml.rels><?xml version='1.0' encoding='UTF-8' standalone='yes'?>
<Relationships xmlns="http://schemas.openxmlformats.org/package/2006/relationships"><Relationship Id="rIdL47n1" Type="http://schemas.openxmlformats.org/officeDocument/2006/relationships/slideLayout" Target="../slideLayouts/slideLayout12.xml"/><Relationship Id="rIdL47n2" Type="http://schemas.openxmlformats.org/officeDocument/2006/relationships/image" Target="../media/image87.jpg"/><Relationship Id="rIdL47n3" Type="http://schemas.openxmlformats.org/officeDocument/2006/relationships/image" Target="../media/image88.png"/><Relationship Id="rIdL47n4" Type="http://schemas.openxmlformats.org/officeDocument/2006/relationships/image" Target="../media/image152.jpg"/></Relationships>
</file>

<file path=ppt/slides/_rels/slide48.xml.rels><?xml version='1.0' encoding='UTF-8' standalone='yes'?>
<Relationships xmlns="http://schemas.openxmlformats.org/package/2006/relationships"><Relationship Id="rIdL48n1" Type="http://schemas.openxmlformats.org/officeDocument/2006/relationships/slideLayout" Target="../slideLayouts/slideLayout12.xml"/><Relationship Id="rIdL48n2" Type="http://schemas.openxmlformats.org/officeDocument/2006/relationships/oleObject" Target="../embeddings/oleObject4.bin"/><Relationship Id="rIdL48n3" Type="http://schemas.openxmlformats.org/officeDocument/2006/relationships/image" Target="../media/image63.png"/><Relationship Id="rIdL48n4" Type="http://schemas.openxmlformats.org/officeDocument/2006/relationships/image" Target="../media/image87.jpg"/><Relationship Id="rIdL48n5" Type="http://schemas.openxmlformats.org/officeDocument/2006/relationships/image" Target="../media/image88.png"/></Relationships>
</file>

<file path=ppt/slides/_rels/slide49.xml.rels><?xml version='1.0' encoding='UTF-8' standalone='yes'?>
<Relationships xmlns="http://schemas.openxmlformats.org/package/2006/relationships"><Relationship Id="rIdL49n1" Type="http://schemas.openxmlformats.org/officeDocument/2006/relationships/slideLayout" Target="../slideLayouts/slideLayout2.xml"/><Relationship Id="rIdL49n2" Type="http://schemas.openxmlformats.org/officeDocument/2006/relationships/audio" Target="../media/audio2.wav"/><Relationship Id="rIdL49n3" Type="http://schemas.openxmlformats.org/officeDocument/2006/relationships/image" Target="../media/image87.jpg"/><Relationship Id="rIdL49n4" Type="http://schemas.openxmlformats.org/officeDocument/2006/relationships/image" Target="../media/image88.png"/><Relationship Id="rIdL49n5" Type="http://schemas.openxmlformats.org/officeDocument/2006/relationships/image" Target="../media/image153.jpg"/></Relationships>
</file>

<file path=ppt/slides/_rels/slide50.xml.rels><?xml version='1.0' encoding='UTF-8' standalone='yes'?>
<Relationships xmlns="http://schemas.openxmlformats.org/package/2006/relationships"><Relationship Id="rIdL50n1" Type="http://schemas.openxmlformats.org/officeDocument/2006/relationships/slideLayout" Target="../slideLayouts/slideLayout2.xml"/><Relationship Id="rIdL50n2" Type="http://schemas.openxmlformats.org/officeDocument/2006/relationships/image" Target="../media/image87.jpg"/><Relationship Id="rIdL50n3" Type="http://schemas.openxmlformats.org/officeDocument/2006/relationships/image" Target="../media/image88.png"/></Relationships>
</file>

<file path=ppt/slides/_rels/slide51.xml.rels><?xml version='1.0' encoding='UTF-8' standalone='yes'?>
<Relationships xmlns="http://schemas.openxmlformats.org/package/2006/relationships"><Relationship Id="rIdL51n1" Type="http://schemas.openxmlformats.org/officeDocument/2006/relationships/slideLayout" Target="../slideLayouts/slideLayout4.xml"/><Relationship Id="rIdL51n2" Type="http://schemas.openxmlformats.org/officeDocument/2006/relationships/audio" Target="../media/audio1.wav"/><Relationship Id="rIdL51n3" Type="http://schemas.openxmlformats.org/officeDocument/2006/relationships/image" Target="../media/image87.jpg"/><Relationship Id="rIdL51n4" Type="http://schemas.openxmlformats.org/officeDocument/2006/relationships/audio" Target="../media/audio1.wav"/><Relationship Id="rIdL51n5" Type="http://schemas.openxmlformats.org/officeDocument/2006/relationships/image" Target="../media/image88.png"/></Relationships>
</file>

<file path=ppt/slides/_rels/slide52.xml.rels><?xml version='1.0' encoding='UTF-8' standalone='yes'?>
<Relationships xmlns="http://schemas.openxmlformats.org/package/2006/relationships"><Relationship Id="rIdL52n1" Type="http://schemas.openxmlformats.org/officeDocument/2006/relationships/slideLayout" Target="../slideLayouts/slideLayout4.xml"/><Relationship Id="rIdL52n2" Type="http://schemas.openxmlformats.org/officeDocument/2006/relationships/audio" Target="../media/audio1.wav"/><Relationship Id="rIdL52n3" Type="http://schemas.openxmlformats.org/officeDocument/2006/relationships/image" Target="../media/image66.png"/><Relationship Id="rIdL52n4" Type="http://schemas.openxmlformats.org/officeDocument/2006/relationships/image" Target="../media/image87.jpg"/><Relationship Id="rIdL52n5" Type="http://schemas.openxmlformats.org/officeDocument/2006/relationships/audio" Target="../media/audio1.wav"/><Relationship Id="rIdL52n6" Type="http://schemas.openxmlformats.org/officeDocument/2006/relationships/image" Target="../media/image88.png"/></Relationships>
</file>

<file path=ppt/slides/_rels/slide53.xml.rels><?xml version='1.0' encoding='UTF-8' standalone='yes'?>
<Relationships xmlns="http://schemas.openxmlformats.org/package/2006/relationships"><Relationship Id="rIdL53n1" Type="http://schemas.openxmlformats.org/officeDocument/2006/relationships/slideLayout" Target="../slideLayouts/slideLayout4.xml"/><Relationship Id="rIdL53n2" Type="http://schemas.openxmlformats.org/officeDocument/2006/relationships/audio" Target="../media/audio1.wav"/><Relationship Id="rIdL53n3" Type="http://schemas.openxmlformats.org/officeDocument/2006/relationships/image" Target="../media/image67.png"/><Relationship Id="rIdL53n4" Type="http://schemas.openxmlformats.org/officeDocument/2006/relationships/image" Target="../media/image87.jpg"/><Relationship Id="rIdL53n5" Type="http://schemas.openxmlformats.org/officeDocument/2006/relationships/audio" Target="../media/audio1.wav"/><Relationship Id="rIdL53n6" Type="http://schemas.openxmlformats.org/officeDocument/2006/relationships/image" Target="../media/image88.png"/></Relationships>
</file>

<file path=ppt/slides/_rels/slide54.xml.rels><?xml version='1.0' encoding='UTF-8' standalone='yes'?>
<Relationships xmlns="http://schemas.openxmlformats.org/package/2006/relationships"><Relationship Id="rIdL54n1" Type="http://schemas.openxmlformats.org/officeDocument/2006/relationships/slideLayout" Target="../slideLayouts/slideLayout4.xml"/><Relationship Id="rIdL54n2" Type="http://schemas.openxmlformats.org/officeDocument/2006/relationships/image" Target="../media/image87.jpg"/><Relationship Id="rIdL54n3" Type="http://schemas.openxmlformats.org/officeDocument/2006/relationships/image" Target="../media/image88.png"/></Relationships>
</file>

<file path=ppt/slides/_rels/slide55.xml.rels><?xml version='1.0' encoding='UTF-8' standalone='yes'?>
<Relationships xmlns="http://schemas.openxmlformats.org/package/2006/relationships"><Relationship Id="rIdL55n1" Type="http://schemas.openxmlformats.org/officeDocument/2006/relationships/slideLayout" Target="../slideLayouts/slideLayout2.xml"/><Relationship Id="rIdL55n2" Type="http://schemas.openxmlformats.org/officeDocument/2006/relationships/audio" Target="../media/audio1.wav"/><Relationship Id="rIdL55n3" Type="http://schemas.openxmlformats.org/officeDocument/2006/relationships/image" Target="../media/image87.jpg"/><Relationship Id="rIdL55n4" Type="http://schemas.openxmlformats.org/officeDocument/2006/relationships/audio" Target="../media/audio1.wav"/><Relationship Id="rIdL55n5" Type="http://schemas.openxmlformats.org/officeDocument/2006/relationships/image" Target="../media/image88.png"/><Relationship Id="rIdL55n6" Type="http://schemas.openxmlformats.org/officeDocument/2006/relationships/image" Target="../media/image53.jpg"/></Relationships>
</file>

<file path=ppt/slides/_rels/slide56.xml.rels><?xml version='1.0' encoding='UTF-8' standalone='yes'?>
<Relationships xmlns="http://schemas.openxmlformats.org/package/2006/relationships"><Relationship Id="rIdL56n1" Type="http://schemas.openxmlformats.org/officeDocument/2006/relationships/slideLayout" Target="../slideLayouts/slideLayout2.xml"/><Relationship Id="rIdL56n2" Type="http://schemas.openxmlformats.org/officeDocument/2006/relationships/image" Target="../media/image87.jpg"/><Relationship Id="rIdL56n3" Type="http://schemas.openxmlformats.org/officeDocument/2006/relationships/image" Target="../media/image88.png"/><Relationship Id="rIdL56n4" Type="http://schemas.openxmlformats.org/officeDocument/2006/relationships/image" Target="../media/image135.png"/></Relationships>
</file>

<file path=ppt/slides/_rels/slide57.xml.rels><?xml version='1.0' encoding='UTF-8' standalone='yes'?>
<Relationships xmlns="http://schemas.openxmlformats.org/package/2006/relationships"><Relationship Id="rIdL57n1" Type="http://schemas.openxmlformats.org/officeDocument/2006/relationships/slideLayout" Target="../slideLayouts/slideLayout7.xml"/><Relationship Id="rIdL57n2" Type="http://schemas.openxmlformats.org/officeDocument/2006/relationships/image" Target="../media/image87.jpg"/><Relationship Id="rIdL57n3" Type="http://schemas.openxmlformats.org/officeDocument/2006/relationships/image" Target="../media/image88.png"/><Relationship Id="rIdL57n4" Type="http://schemas.openxmlformats.org/officeDocument/2006/relationships/image" Target="../media/image134.jpg"/></Relationships>
</file>

<file path=ppt/slides/_rels/slide58.xml.rels><?xml version='1.0' encoding='UTF-8' standalone='yes'?>
<Relationships xmlns="http://schemas.openxmlformats.org/package/2006/relationships"><Relationship Id="rIdL58n1" Type="http://schemas.openxmlformats.org/officeDocument/2006/relationships/slideLayout" Target="../slideLayouts/slideLayout12.xml"/><Relationship Id="rIdL58n2" Type="http://schemas.openxmlformats.org/officeDocument/2006/relationships/image" Target="../media/image87.jpg"/><Relationship Id="rIdL58n3" Type="http://schemas.openxmlformats.org/officeDocument/2006/relationships/image" Target="../media/image88.png"/><Relationship Id="rIdL58n4" Type="http://schemas.openxmlformats.org/officeDocument/2006/relationships/image" Target="../media/image113.jpg"/></Relationships>
</file>

<file path=ppt/slides/_rels/slide59.xml.rels><?xml version='1.0' encoding='UTF-8' standalone='yes'?>
<Relationships xmlns="http://schemas.openxmlformats.org/package/2006/relationships"><Relationship Id="rIdL59n1" Type="http://schemas.openxmlformats.org/officeDocument/2006/relationships/slideLayout" Target="../slideLayouts/slideLayout2.xml"/><Relationship Id="rIdL59n2" Type="http://schemas.openxmlformats.org/officeDocument/2006/relationships/image" Target="../media/image87.jpg"/><Relationship Id="rIdL59n3" Type="http://schemas.openxmlformats.org/officeDocument/2006/relationships/image" Target="../media/image88.png"/></Relationships>
</file>

<file path=ppt/slides/_rels/slide60.xml.rels><?xml version='1.0' encoding='UTF-8' standalone='yes'?>
<Relationships xmlns="http://schemas.openxmlformats.org/package/2006/relationships"><Relationship Id="rIdL60n1" Type="http://schemas.openxmlformats.org/officeDocument/2006/relationships/slideLayout" Target="../slideLayouts/slideLayout12.xml"/><Relationship Id="rIdL60n2" Type="http://schemas.openxmlformats.org/officeDocument/2006/relationships/image" Target="../media/image70.jpeg"/><Relationship Id="rIdL60n3" Type="http://schemas.openxmlformats.org/officeDocument/2006/relationships/image" Target="../media/image87.jpg"/><Relationship Id="rIdL60n4" Type="http://schemas.openxmlformats.org/officeDocument/2006/relationships/image" Target="../media/image88.png"/></Relationships>
</file>

<file path=ppt/slides/_rels/slide61.xml.rels><?xml version='1.0' encoding='UTF-8' standalone='yes'?>
<Relationships xmlns="http://schemas.openxmlformats.org/package/2006/relationships"><Relationship Id="rIdL61n1" Type="http://schemas.openxmlformats.org/officeDocument/2006/relationships/slideLayout" Target="../slideLayouts/slideLayout2.xml"/><Relationship Id="rIdL61n2" Type="http://schemas.openxmlformats.org/officeDocument/2006/relationships/image" Target="../media/image87.jpg"/><Relationship Id="rIdL61n3" Type="http://schemas.openxmlformats.org/officeDocument/2006/relationships/image" Target="../media/image88.png"/></Relationships>
</file>

<file path=ppt/slides/_rels/slide62.xml.rels><?xml version='1.0' encoding='UTF-8' standalone='yes'?>
<Relationships xmlns="http://schemas.openxmlformats.org/package/2006/relationships"><Relationship Id="rIdL62n1" Type="http://schemas.openxmlformats.org/officeDocument/2006/relationships/slideLayout" Target="../slideLayouts/slideLayout4.xml"/><Relationship Id="rIdL62n2" Type="http://schemas.openxmlformats.org/officeDocument/2006/relationships/audio" Target="../media/audio1.wav"/><Relationship Id="rIdL62n3" Type="http://schemas.openxmlformats.org/officeDocument/2006/relationships/image" Target="../media/image87.jpg"/><Relationship Id="rIdL62n4" Type="http://schemas.openxmlformats.org/officeDocument/2006/relationships/audio" Target="../media/audio1.wav"/><Relationship Id="rIdL62n5" Type="http://schemas.openxmlformats.org/officeDocument/2006/relationships/image" Target="../media/image88.png"/><Relationship Id="rIdL62n6" Type="http://schemas.openxmlformats.org/officeDocument/2006/relationships/image" Target="../media/image154.jpg"/></Relationships>
</file>

<file path=ppt/slides/_rels/slide63.xml.rels><?xml version='1.0' encoding='UTF-8' standalone='yes'?>
<Relationships xmlns="http://schemas.openxmlformats.org/package/2006/relationships"><Relationship Id="rIdL63n1" Type="http://schemas.openxmlformats.org/officeDocument/2006/relationships/slideLayout" Target="../slideLayouts/slideLayout4.xml"/><Relationship Id="rIdL63n2" Type="http://schemas.openxmlformats.org/officeDocument/2006/relationships/audio" Target="../media/audio1.wav"/><Relationship Id="rIdL63n3" Type="http://schemas.openxmlformats.org/officeDocument/2006/relationships/image" Target="../media/image73.png"/><Relationship Id="rIdL63n4" Type="http://schemas.openxmlformats.org/officeDocument/2006/relationships/image" Target="../media/image87.jpg"/><Relationship Id="rIdL63n5" Type="http://schemas.openxmlformats.org/officeDocument/2006/relationships/audio" Target="../media/audio1.wav"/><Relationship Id="rIdL63n6" Type="http://schemas.openxmlformats.org/officeDocument/2006/relationships/image" Target="../media/image88.png"/></Relationships>
</file>

<file path=ppt/slides/_rels/slide64.xml.rels><?xml version='1.0' encoding='UTF-8' standalone='yes'?>
<Relationships xmlns="http://schemas.openxmlformats.org/package/2006/relationships"><Relationship Id="rIdL64n1" Type="http://schemas.openxmlformats.org/officeDocument/2006/relationships/slideLayout" Target="../slideLayouts/slideLayout2.xml"/><Relationship Id="rIdL64n2" Type="http://schemas.openxmlformats.org/officeDocument/2006/relationships/audio" Target="../media/audio1.wav"/><Relationship Id="rIdL64n3" Type="http://schemas.openxmlformats.org/officeDocument/2006/relationships/image" Target="../media/image87.jpg"/><Relationship Id="rIdL64n4" Type="http://schemas.openxmlformats.org/officeDocument/2006/relationships/audio" Target="../media/audio1.wav"/><Relationship Id="rIdL64n5" Type="http://schemas.openxmlformats.org/officeDocument/2006/relationships/image" Target="../media/image88.png"/></Relationships>
</file>

<file path=ppt/slides/_rels/slide65.xml.rels><?xml version='1.0' encoding='UTF-8' standalone='yes'?>
<Relationships xmlns="http://schemas.openxmlformats.org/package/2006/relationships"><Relationship Id="rIdL65n1" Type="http://schemas.openxmlformats.org/officeDocument/2006/relationships/slideLayout" Target="../slideLayouts/slideLayout4.xml"/><Relationship Id="rIdL65n2" Type="http://schemas.openxmlformats.org/officeDocument/2006/relationships/audio" Target="../media/audio1.wav"/><Relationship Id="rIdL65n3" Type="http://schemas.openxmlformats.org/officeDocument/2006/relationships/image" Target="../media/image76.png"/><Relationship Id="rIdL65n4" Type="http://schemas.openxmlformats.org/officeDocument/2006/relationships/image" Target="../media/image87.jpg"/><Relationship Id="rIdL65n5" Type="http://schemas.openxmlformats.org/officeDocument/2006/relationships/audio" Target="../media/audio1.wav"/><Relationship Id="rIdL65n6" Type="http://schemas.openxmlformats.org/officeDocument/2006/relationships/image" Target="../media/image88.png"/><Relationship Id="rIdL65n7" Type="http://schemas.openxmlformats.org/officeDocument/2006/relationships/image" Target="../media/image155.jpg"/></Relationships>
</file>

<file path=ppt/slides/_rels/slide66.xml.rels><?xml version='1.0' encoding='UTF-8' standalone='yes'?>
<Relationships xmlns="http://schemas.openxmlformats.org/package/2006/relationships"><Relationship Id="rIdL66n1" Type="http://schemas.openxmlformats.org/officeDocument/2006/relationships/slideLayout" Target="../slideLayouts/slideLayout4.xml"/><Relationship Id="rIdL66n2" Type="http://schemas.openxmlformats.org/officeDocument/2006/relationships/audio" Target="../media/audio1.wav"/><Relationship Id="rIdL66n3" Type="http://schemas.openxmlformats.org/officeDocument/2006/relationships/image" Target="../media/image87.jpg"/><Relationship Id="rIdL66n4" Type="http://schemas.openxmlformats.org/officeDocument/2006/relationships/audio" Target="../media/audio1.wav"/><Relationship Id="rIdL66n5" Type="http://schemas.openxmlformats.org/officeDocument/2006/relationships/image" Target="../media/image88.png"/></Relationships>
</file>

<file path=ppt/slides/_rels/slide67.xml.rels><?xml version='1.0' encoding='UTF-8' standalone='yes'?>
<Relationships xmlns="http://schemas.openxmlformats.org/package/2006/relationships"><Relationship Id="rIdL67n1" Type="http://schemas.openxmlformats.org/officeDocument/2006/relationships/slideLayout" Target="../slideLayouts/slideLayout2.xml"/><Relationship Id="rIdL67n2" Type="http://schemas.openxmlformats.org/officeDocument/2006/relationships/audio" Target="../media/audio1.wav"/><Relationship Id="rIdL67n3" Type="http://schemas.openxmlformats.org/officeDocument/2006/relationships/hyperlink" Target="http://images.google.com.mx/imgres?imgurl=http://metalgirl.files.wordpress.com/2008/12/serpiente.jpg&amp;imgrefurl=http://metalgirl.wordpress.com/2008/12/15/&amp;usg=__0Bi6rpvPP3IMx3p4eDtn1nINpf0=&amp;h=345&amp;w=460&amp;sz=45&amp;hl=es&amp;start=2&amp;tbnid=S1DL9rl1eKJAcM:&amp;tbnh=96&amp;tbnw=128&amp;prev=/images?q=serpiente&amp;gbv=2&amp;hl=es" TargetMode="External"/><Relationship Id="rIdL67n4" Type="http://schemas.openxmlformats.org/officeDocument/2006/relationships/audio" Target="../media/audio1.wav"/><Relationship Id="rIdL67n5" Type="http://schemas.openxmlformats.org/officeDocument/2006/relationships/image" Target="../media/image87.jpg"/><Relationship Id="rIdL67n6" Type="http://schemas.openxmlformats.org/officeDocument/2006/relationships/image" Target="../media/image88.png"/></Relationships>
</file>

<file path=ppt/slides/_rels/slide68.xml.rels><?xml version='1.0' encoding='UTF-8' standalone='yes'?>
<Relationships xmlns="http://schemas.openxmlformats.org/package/2006/relationships"><Relationship Id="rIdL68n1" Type="http://schemas.openxmlformats.org/officeDocument/2006/relationships/slideLayout" Target="../slideLayouts/slideLayout2.xml"/><Relationship Id="rIdL68n2" Type="http://schemas.openxmlformats.org/officeDocument/2006/relationships/audio" Target="../media/audio1.wav"/><Relationship Id="rIdL68n3" Type="http://schemas.openxmlformats.org/officeDocument/2006/relationships/hyperlink" Target="http://images.google.com.mx/imgres?imgurl=http://docencianacional.tripod.com/primeros_auxilios/morvenenosa.jpg&amp;imgrefurl=http://docencianacional.tripod.com/primeros_auxilios/cap9.htm&amp;usg=__UsSE66XWpafqwr7qlmeV-Wc9c_I=&amp;h=264&amp;w=377&amp;sz=17&amp;hl=es&amp;start=9&amp;tbnid=fQF8xC-2uBKXYM:&amp;tbnh=85&amp;tbnw=122&amp;prev=/images?q=mordedura+de+serpiente&amp;gbv=2&amp;hl=es" TargetMode="External"/><Relationship Id="rIdL68n4" Type="http://schemas.openxmlformats.org/officeDocument/2006/relationships/image" Target="../media/image78.jpeg"/><Relationship Id="rIdL68n5" Type="http://schemas.openxmlformats.org/officeDocument/2006/relationships/audio" Target="../media/audio1.wav"/><Relationship Id="rIdL68n6" Type="http://schemas.openxmlformats.org/officeDocument/2006/relationships/image" Target="../media/image87.jpg"/><Relationship Id="rIdL68n7" Type="http://schemas.openxmlformats.org/officeDocument/2006/relationships/image" Target="../media/image88.png"/></Relationships>
</file>

<file path=ppt/slides/_rels/slide69.xml.rels><?xml version='1.0' encoding='UTF-8' standalone='yes'?>
<Relationships xmlns="http://schemas.openxmlformats.org/package/2006/relationships"><Relationship Id="rIdL69n1" Type="http://schemas.openxmlformats.org/officeDocument/2006/relationships/slideLayout" Target="../slideLayouts/slideLayout2.xml"/><Relationship Id="rIdL69n2" Type="http://schemas.openxmlformats.org/officeDocument/2006/relationships/audio" Target="../media/audio1.wav"/><Relationship Id="rIdL69n3" Type="http://schemas.openxmlformats.org/officeDocument/2006/relationships/hyperlink" Target="http://images.google.com.mx/imgres?imgurl=http://www.icp.ucr.ac.cr/nuevo/images/Caso_clinico_Bothrops.jpg&amp;imgrefurl=http://www.icp.ucr.ac.cr/index.php?option=com_content&amp;task=view&amp;id=19&amp;Itemid=33&amp;usg=__CiIYTz03zD6I6HZX3UGy6QM3uG4=&amp;h=151&amp;w=200&amp;sz=9&amp;hl=es&amp;start=42&amp;tbnid=qL97M8bFOhcuXM:&amp;tbnh=79&amp;tbnw=104&amp;prev=/images?q=mordedura+de+serpiente&amp;gbv=2&amp;ndsp=18&amp;hl=es&amp;sa=N&amp;start=36" TargetMode="External"/><Relationship Id="rIdL69n4" Type="http://schemas.openxmlformats.org/officeDocument/2006/relationships/image" Target="../media/image79.jpeg"/><Relationship Id="rIdL69n5" Type="http://schemas.openxmlformats.org/officeDocument/2006/relationships/audio" Target="../media/audio1.wav"/><Relationship Id="rIdL69n6" Type="http://schemas.openxmlformats.org/officeDocument/2006/relationships/image" Target="../media/image87.jpg"/><Relationship Id="rIdL69n7" Type="http://schemas.openxmlformats.org/officeDocument/2006/relationships/image" Target="../media/image88.png"/></Relationships>
</file>

<file path=ppt/slides/_rels/slide70.xml.rels><?xml version='1.0' encoding='UTF-8' standalone='yes'?>
<Relationships xmlns="http://schemas.openxmlformats.org/package/2006/relationships"><Relationship Id="rIdL70n1" Type="http://schemas.openxmlformats.org/officeDocument/2006/relationships/slideLayout" Target="../slideLayouts/slideLayout2.xml"/><Relationship Id="rIdL70n2" Type="http://schemas.openxmlformats.org/officeDocument/2006/relationships/audio" Target="../media/audio1.wav"/><Relationship Id="rIdL70n3" Type="http://schemas.openxmlformats.org/officeDocument/2006/relationships/hyperlink" Target="http://images.google.com.mx/imgres?imgurl=http://www.notihuatulcopuertoescondido.com/wp-content/uploads/2008/08/alacran.jpg&amp;imgrefurl=http://www.notihuatulcopuertoescondido.com/?p=1215&amp;usg=__o7h31bQ9lPg39NnEuWSB9iFhjxE=&amp;h=1150&amp;w=1798&amp;sz=553&amp;hl=es&amp;start=11&amp;tbnid=Rbl7nlUXVSM_EM:&amp;tbnh=96&amp;tbnw=150&amp;prev=/images?q=picadura+de+alacran&amp;gbv=2&amp;hl=es" TargetMode="External"/><Relationship Id="rIdL70n4" Type="http://schemas.openxmlformats.org/officeDocument/2006/relationships/hyperlink" Target="http://images.google.com.mx/imgres?imgurl=http://bligoo.com/media/users/2/102232/images/tarantula4.jpg&amp;imgrefurl=http://www.bligoo.com/tag/exoticos&amp;reverse=true&amp;usg=__1VN5Tmr1jm2dTKl9dfYkOtUUNE0=&amp;h=300&amp;w=416&amp;sz=25&amp;hl=es&amp;start=3&amp;tbnid=XVuN1GQtOKONAM:&amp;tbnh=90&amp;tbnw=125&amp;prev=/images?q=picadura+de+tarantulas&amp;gbv=2&amp;hl=es" TargetMode="External"/><Relationship Id="rIdL70n5" Type="http://schemas.openxmlformats.org/officeDocument/2006/relationships/audio" Target="../media/audio1.wav"/><Relationship Id="rIdL70n6" Type="http://schemas.openxmlformats.org/officeDocument/2006/relationships/image" Target="../media/image87.jpg"/><Relationship Id="rIdL70n7" Type="http://schemas.openxmlformats.org/officeDocument/2006/relationships/image" Target="../media/image88.png"/><Relationship Id="rIdL70n8" Type="http://schemas.openxmlformats.org/officeDocument/2006/relationships/image" Target="../media/image156.jpg"/></Relationships>
</file>

<file path=ppt/slides/_rels/slide71.xml.rels><?xml version='1.0' encoding='UTF-8' standalone='yes'?>
<Relationships xmlns="http://schemas.openxmlformats.org/package/2006/relationships"><Relationship Id="rIdL71n1" Type="http://schemas.openxmlformats.org/officeDocument/2006/relationships/slideLayout" Target="../slideLayouts/slideLayout2.xml"/><Relationship Id="rIdL71n2" Type="http://schemas.openxmlformats.org/officeDocument/2006/relationships/audio" Target="../media/audio1.wav"/><Relationship Id="rIdL71n3" Type="http://schemas.openxmlformats.org/officeDocument/2006/relationships/audio" Target="../media/audio1.wav"/><Relationship Id="rIdL71n4" Type="http://schemas.openxmlformats.org/officeDocument/2006/relationships/image" Target="../media/image87.jpg"/><Relationship Id="rIdL71n5" Type="http://schemas.openxmlformats.org/officeDocument/2006/relationships/image" Target="../media/image88.png"/></Relationships>
</file>

<file path=ppt/slides/_rels/slide72.xml.rels><?xml version='1.0' encoding='UTF-8' standalone='yes'?>
<Relationships xmlns="http://schemas.openxmlformats.org/package/2006/relationships"><Relationship Id="rIdL72n1" Type="http://schemas.openxmlformats.org/officeDocument/2006/relationships/slideLayout" Target="../slideLayouts/slideLayout2.xml"/><Relationship Id="rIdL72n2" Type="http://schemas.openxmlformats.org/officeDocument/2006/relationships/audio" Target="../media/audio1.wav"/><Relationship Id="rIdL72n3" Type="http://schemas.openxmlformats.org/officeDocument/2006/relationships/audio" Target="../media/audio1.wav"/><Relationship Id="rIdL72n4" Type="http://schemas.openxmlformats.org/officeDocument/2006/relationships/image" Target="../media/image87.jpg"/><Relationship Id="rIdL72n5" Type="http://schemas.openxmlformats.org/officeDocument/2006/relationships/image" Target="../media/image88.png"/><Relationship Id="rIdL72n6" Type="http://schemas.openxmlformats.org/officeDocument/2006/relationships/image" Target="../media/image157.jpg"/></Relationships>
</file>

<file path=ppt/slides/_rels/slide73.xml.rels><?xml version='1.0' encoding='UTF-8' standalone='yes'?>
<Relationships xmlns="http://schemas.openxmlformats.org/package/2006/relationships"><Relationship Id="rIdL73n1" Type="http://schemas.openxmlformats.org/officeDocument/2006/relationships/slideLayout" Target="../slideLayouts/slideLayout2.xml"/><Relationship Id="rIdL73n2" Type="http://schemas.openxmlformats.org/officeDocument/2006/relationships/audio" Target="../media/audio1.wav"/><Relationship Id="rIdL73n3" Type="http://schemas.openxmlformats.org/officeDocument/2006/relationships/hyperlink" Target="http://www.ifrc.org/es/introduccion/disaster-management/sobre-desastres/aggravating-factors/cambio-climatico/" TargetMode="External"/><Relationship Id="rIdL73n4" Type="http://schemas.openxmlformats.org/officeDocument/2006/relationships/hyperlink" Target="http://www.ifrc.org/es/introduccion/disaster-management/sobre-desastres/definicion--de-peligro/desplazamiento-de-poblaciones-y-personas-desplazadas/" TargetMode="External"/><Relationship Id="rIdL73n5" Type="http://schemas.openxmlformats.org/officeDocument/2006/relationships/hyperlink" Target="http://www.ifrc.org/es/introduccion/disaster-management/preparandose-para-desastres/" TargetMode="External"/><Relationship Id="rIdL73n6" Type="http://schemas.openxmlformats.org/officeDocument/2006/relationships/audio" Target="../media/audio1.wav"/><Relationship Id="rIdL73n7" Type="http://schemas.openxmlformats.org/officeDocument/2006/relationships/image" Target="../media/image87.jpg"/><Relationship Id="rIdL73n8" Type="http://schemas.openxmlformats.org/officeDocument/2006/relationships/image" Target="../media/image88.png"/><Relationship Id="rIdL73n9" Type="http://schemas.openxmlformats.org/officeDocument/2006/relationships/image" Target="../media/image158.jpg"/></Relationships>
</file>

<file path=ppt/slides/_rels/slide74.xml.rels><?xml version='1.0' encoding='UTF-8' standalone='yes'?>
<Relationships xmlns="http://schemas.openxmlformats.org/package/2006/relationships"><Relationship Id="rIdL74n1" Type="http://schemas.openxmlformats.org/officeDocument/2006/relationships/slideLayout" Target="../slideLayouts/slideLayout2.xml"/><Relationship Id="rIdL74n2" Type="http://schemas.openxmlformats.org/officeDocument/2006/relationships/image" Target="../media/image87.jpg"/><Relationship Id="rIdL74n3" Type="http://schemas.openxmlformats.org/officeDocument/2006/relationships/image" Target="../media/image88.png"/><Relationship Id="rIdL74n4" Type="http://schemas.openxmlformats.org/officeDocument/2006/relationships/image" Target="../media/image159.jpg"/></Relationships>
</file>

<file path=ppt/slides/_rels/slide75.xml.rels><?xml version='1.0' encoding='UTF-8' standalone='yes'?>
<Relationships xmlns="http://schemas.openxmlformats.org/package/2006/relationships"><Relationship Id="rIdL75n1" Type="http://schemas.openxmlformats.org/officeDocument/2006/relationships/slideLayout" Target="../slideLayouts/slideLayout2.xml"/><Relationship Id="rIdL75n2" Type="http://schemas.openxmlformats.org/officeDocument/2006/relationships/audio" Target="../media/audio1.wav"/><Relationship Id="rIdL75n3" Type="http://schemas.openxmlformats.org/officeDocument/2006/relationships/audio" Target="../media/audio1.wav"/><Relationship Id="rIdL75n4" Type="http://schemas.openxmlformats.org/officeDocument/2006/relationships/image" Target="../media/image87.jpg"/><Relationship Id="rIdL75n5" Type="http://schemas.openxmlformats.org/officeDocument/2006/relationships/image" Target="../media/image88.png"/></Relationships>
</file>

<file path=ppt/slides/_rels/slide76.xml.rels><?xml version='1.0' encoding='UTF-8' standalone='yes'?>
<Relationships xmlns="http://schemas.openxmlformats.org/package/2006/relationships"><Relationship Id="rIdL76n1" Type="http://schemas.openxmlformats.org/officeDocument/2006/relationships/slideLayout" Target="../slideLayouts/slideLayout6.xml"/><Relationship Id="rIdL76n2" Type="http://schemas.openxmlformats.org/officeDocument/2006/relationships/audio" Target="../media/audio1.wav"/><Relationship Id="rIdL76n3" Type="http://schemas.openxmlformats.org/officeDocument/2006/relationships/diagramData" Target="../diagrams/data5.xml"/><Relationship Id="rIdL76n4" Type="http://schemas.openxmlformats.org/officeDocument/2006/relationships/diagramLayout" Target="../diagrams/layout5.xml"/><Relationship Id="rIdL76n5" Type="http://schemas.openxmlformats.org/officeDocument/2006/relationships/diagramQuickStyle" Target="../diagrams/quickStyle5.xml"/><Relationship Id="rIdL76n6" Type="http://schemas.openxmlformats.org/officeDocument/2006/relationships/diagramColors" Target="../diagrams/colors5.xml"/><Relationship Id="rIdL76n7" Type="http://schemas.microsoft.com/office/2007/relationships/diagramDrawing" Target="../diagrams/drawing5.xml"/><Relationship Id="rIdL76n8" Type="http://schemas.openxmlformats.org/officeDocument/2006/relationships/audio" Target="../media/audio1.wav"/><Relationship Id="rIdL76n9" Type="http://schemas.openxmlformats.org/officeDocument/2006/relationships/image" Target="../media/image87.jpg"/><Relationship Id="rIdL76n10" Type="http://schemas.openxmlformats.org/officeDocument/2006/relationships/image" Target="../media/image88.png"/><Relationship Id="rIdL76n11" Type="http://schemas.openxmlformats.org/officeDocument/2006/relationships/image" Target="../media/image160.jpg"/></Relationships>
</file>

<file path=ppt/slides/_rels/slide77.xml.rels><?xml version='1.0' encoding='UTF-8' standalone='yes'?>
<Relationships xmlns="http://schemas.openxmlformats.org/package/2006/relationships"><Relationship Id="rIdL77n1" Type="http://schemas.openxmlformats.org/officeDocument/2006/relationships/slideLayout" Target="../slideLayouts/slideLayout2.xml"/><Relationship Id="rIdL77n2" Type="http://schemas.openxmlformats.org/officeDocument/2006/relationships/audio" Target="../media/audio1.wav"/><Relationship Id="rIdL77n3" Type="http://schemas.openxmlformats.org/officeDocument/2006/relationships/audio" Target="../media/audio1.wav"/><Relationship Id="rIdL77n4" Type="http://schemas.openxmlformats.org/officeDocument/2006/relationships/image" Target="../media/image87.jpg"/><Relationship Id="rIdL77n5" Type="http://schemas.openxmlformats.org/officeDocument/2006/relationships/image" Target="../media/image88.png"/></Relationships>
</file>

<file path=ppt/slides/_rels/slide78.xml.rels><?xml version='1.0' encoding='UTF-8' standalone='yes'?>
<Relationships xmlns="http://schemas.openxmlformats.org/package/2006/relationships"><Relationship Id="rIdL78n1" Type="http://schemas.openxmlformats.org/officeDocument/2006/relationships/slideLayout" Target="../slideLayouts/slideLayout2.xml"/><Relationship Id="rIdL78n2" Type="http://schemas.openxmlformats.org/officeDocument/2006/relationships/audio" Target="../media/audio1.wav"/><Relationship Id="rIdL78n3" Type="http://schemas.openxmlformats.org/officeDocument/2006/relationships/diagramData" Target="../diagrams/data6.xml"/><Relationship Id="rIdL78n4" Type="http://schemas.openxmlformats.org/officeDocument/2006/relationships/diagramLayout" Target="../diagrams/layout6.xml"/><Relationship Id="rIdL78n5" Type="http://schemas.openxmlformats.org/officeDocument/2006/relationships/diagramQuickStyle" Target="../diagrams/quickStyle6.xml"/><Relationship Id="rIdL78n6" Type="http://schemas.openxmlformats.org/officeDocument/2006/relationships/diagramColors" Target="../diagrams/colors6.xml"/><Relationship Id="rIdL78n7" Type="http://schemas.microsoft.com/office/2007/relationships/diagramDrawing" Target="../diagrams/drawing6.xml"/><Relationship Id="rIdL78n8" Type="http://schemas.openxmlformats.org/officeDocument/2006/relationships/audio" Target="../media/audio1.wav"/><Relationship Id="rIdL78n9" Type="http://schemas.openxmlformats.org/officeDocument/2006/relationships/image" Target="../media/image87.jpg"/><Relationship Id="rIdL78n10" Type="http://schemas.openxmlformats.org/officeDocument/2006/relationships/image" Target="../media/image88.png"/></Relationships>
</file>

<file path=ppt/slides/_rels/slide79.xml.rels><?xml version='1.0' encoding='UTF-8' standalone='yes'?>
<Relationships xmlns="http://schemas.openxmlformats.org/package/2006/relationships"><Relationship Id="rIdL79n1" Type="http://schemas.openxmlformats.org/officeDocument/2006/relationships/slideLayout" Target="../slideLayouts/slideLayout2.xml"/><Relationship Id="rIdL79n2" Type="http://schemas.openxmlformats.org/officeDocument/2006/relationships/audio" Target="../media/audio1.wav"/><Relationship Id="rIdL79n3" Type="http://schemas.openxmlformats.org/officeDocument/2006/relationships/diagramData" Target="../diagrams/data7.xml"/><Relationship Id="rIdL79n4" Type="http://schemas.openxmlformats.org/officeDocument/2006/relationships/diagramLayout" Target="../diagrams/layout7.xml"/><Relationship Id="rIdL79n5" Type="http://schemas.openxmlformats.org/officeDocument/2006/relationships/diagramQuickStyle" Target="../diagrams/quickStyle7.xml"/><Relationship Id="rIdL79n6" Type="http://schemas.openxmlformats.org/officeDocument/2006/relationships/diagramColors" Target="../diagrams/colors7.xml"/><Relationship Id="rIdL79n7" Type="http://schemas.microsoft.com/office/2007/relationships/diagramDrawing" Target="../diagrams/drawing7.xml"/><Relationship Id="rIdL79n8" Type="http://schemas.openxmlformats.org/officeDocument/2006/relationships/audio" Target="../media/audio1.wav"/><Relationship Id="rIdL79n9" Type="http://schemas.openxmlformats.org/officeDocument/2006/relationships/image" Target="../media/image87.jpg"/><Relationship Id="rIdL79n10" Type="http://schemas.openxmlformats.org/officeDocument/2006/relationships/image" Target="../media/image88.png"/></Relationships>
</file>

<file path=ppt/slides/_rels/slide80.xml.rels><?xml version='1.0' encoding='UTF-8' standalone='yes'?>
<Relationships xmlns="http://schemas.openxmlformats.org/package/2006/relationships"><Relationship Id="rIdL80n1" Type="http://schemas.openxmlformats.org/officeDocument/2006/relationships/slideLayout" Target="../slideLayouts/slideLayout7.xml"/><Relationship Id="rIdL80n2" Type="http://schemas.openxmlformats.org/officeDocument/2006/relationships/audio" Target="../media/audio1.wav"/><Relationship Id="rIdL80n3" Type="http://schemas.openxmlformats.org/officeDocument/2006/relationships/audio" Target="../media/audio1.wav"/><Relationship Id="rIdL80n4" Type="http://schemas.openxmlformats.org/officeDocument/2006/relationships/image" Target="../media/image87.jpg"/><Relationship Id="rIdL80n5" Type="http://schemas.openxmlformats.org/officeDocument/2006/relationships/image" Target="../media/image88.png"/><Relationship Id="rIdL80n6" Type="http://schemas.openxmlformats.org/officeDocument/2006/relationships/image" Target="../media/image125.png"/></Relationships>
</file>

<file path=ppt/slides/_rels/slide81.xml.rels><?xml version='1.0' encoding='UTF-8' standalone='yes'?>
<Relationships xmlns="http://schemas.openxmlformats.org/package/2006/relationships"><Relationship Id="rIdL81n1" Type="http://schemas.openxmlformats.org/officeDocument/2006/relationships/slideLayout" Target="../slideLayouts/slideLayout7.xml"/><Relationship Id="rIdL81n2" Type="http://schemas.openxmlformats.org/officeDocument/2006/relationships/audio" Target="../media/audio1.wav"/><Relationship Id="rIdL81n3" Type="http://schemas.openxmlformats.org/officeDocument/2006/relationships/audio" Target="../media/audio1.wav"/><Relationship Id="rIdL81n4" Type="http://schemas.openxmlformats.org/officeDocument/2006/relationships/image" Target="../media/image87.jpg"/><Relationship Id="rIdL81n5" Type="http://schemas.openxmlformats.org/officeDocument/2006/relationships/image" Target="../media/image88.png"/><Relationship Id="rIdL81n6" Type="http://schemas.openxmlformats.org/officeDocument/2006/relationships/image" Target="../media/image126.png"/></Relationships>
</file>

<file path=ppt/slides/_rels/slide82.xml.rels><?xml version='1.0' encoding='UTF-8' standalone='yes'?>
<Relationships xmlns="http://schemas.openxmlformats.org/package/2006/relationships"><Relationship Id="rIdL82n1" Type="http://schemas.openxmlformats.org/officeDocument/2006/relationships/slideLayout" Target="../slideLayouts/slideLayout7.xml"/><Relationship Id="rIdL82n2" Type="http://schemas.openxmlformats.org/officeDocument/2006/relationships/audio" Target="../media/audio1.wav"/><Relationship Id="rIdL82n3" Type="http://schemas.openxmlformats.org/officeDocument/2006/relationships/audio" Target="../media/audio1.wav"/><Relationship Id="rIdL82n4" Type="http://schemas.openxmlformats.org/officeDocument/2006/relationships/image" Target="../media/image87.jpg"/><Relationship Id="rIdL82n5" Type="http://schemas.openxmlformats.org/officeDocument/2006/relationships/image" Target="../media/image88.png"/><Relationship Id="rIdL82n6" Type="http://schemas.openxmlformats.org/officeDocument/2006/relationships/image" Target="../media/image127.png"/></Relationships>
</file>

<file path=ppt/slides/_rels/slide83.xml.rels><?xml version='1.0' encoding='UTF-8' standalone='yes'?>
<Relationships xmlns="http://schemas.openxmlformats.org/package/2006/relationships"><Relationship Id="rIdL83n1" Type="http://schemas.openxmlformats.org/officeDocument/2006/relationships/slideLayout" Target="../slideLayouts/slideLayout7.xml"/><Relationship Id="rIdL83n2" Type="http://schemas.openxmlformats.org/officeDocument/2006/relationships/audio" Target="../media/audio1.wav"/><Relationship Id="rIdL83n3" Type="http://schemas.openxmlformats.org/officeDocument/2006/relationships/audio" Target="../media/audio1.wav"/><Relationship Id="rIdL83n4" Type="http://schemas.openxmlformats.org/officeDocument/2006/relationships/image" Target="../media/image87.jpg"/><Relationship Id="rIdL83n5" Type="http://schemas.openxmlformats.org/officeDocument/2006/relationships/image" Target="../media/image88.png"/><Relationship Id="rIdL83n6" Type="http://schemas.openxmlformats.org/officeDocument/2006/relationships/image" Target="../media/image128.png"/></Relationships>
</file>

<file path=ppt/slides/_rels/slide84.xml.rels><?xml version='1.0' encoding='UTF-8' standalone='yes'?>
<Relationships xmlns="http://schemas.openxmlformats.org/package/2006/relationships"><Relationship Id="rIdL84n1" Type="http://schemas.openxmlformats.org/officeDocument/2006/relationships/slideLayout" Target="../slideLayouts/slideLayout7.xml"/><Relationship Id="rIdL84n2" Type="http://schemas.openxmlformats.org/officeDocument/2006/relationships/audio" Target="../media/audio1.wav"/><Relationship Id="rIdL84n3" Type="http://schemas.openxmlformats.org/officeDocument/2006/relationships/audio" Target="../media/audio1.wav"/><Relationship Id="rIdL84n4" Type="http://schemas.openxmlformats.org/officeDocument/2006/relationships/image" Target="../media/image87.jpg"/><Relationship Id="rIdL84n5" Type="http://schemas.openxmlformats.org/officeDocument/2006/relationships/image" Target="../media/image88.png"/></Relationships>
</file>

<file path=ppt/slides/_rels/slide85.xml.rels><?xml version='1.0' encoding='UTF-8' standalone='yes'?>
<Relationships xmlns="http://schemas.openxmlformats.org/package/2006/relationships"><Relationship Id="rIdL85n1" Type="http://schemas.openxmlformats.org/officeDocument/2006/relationships/slideLayout" Target="../slideLayouts/slideLayout2.xml"/><Relationship Id="rIdL85n2" Type="http://schemas.openxmlformats.org/officeDocument/2006/relationships/audio" Target="../media/audio1.wav"/><Relationship Id="rIdL85n3" Type="http://schemas.openxmlformats.org/officeDocument/2006/relationships/audio" Target="../media/audio1.wav"/><Relationship Id="rIdL85n4" Type="http://schemas.openxmlformats.org/officeDocument/2006/relationships/image" Target="../media/image87.jpg"/><Relationship Id="rIdL85n5" Type="http://schemas.openxmlformats.org/officeDocument/2006/relationships/image" Target="../media/image88.png"/><Relationship Id="rIdL85n6" Type="http://schemas.openxmlformats.org/officeDocument/2006/relationships/image" Target="../media/image123.png"/></Relationships>
</file>

<file path=ppt/slides/_rels/slide86.xml.rels><?xml version='1.0' encoding='UTF-8' standalone='yes'?>
<Relationships xmlns="http://schemas.openxmlformats.org/package/2006/relationships"><Relationship Id="rIdL86n1" Type="http://schemas.openxmlformats.org/officeDocument/2006/relationships/slideLayout" Target="../slideLayouts/slideLayout2.xml"/><Relationship Id="rIdL86n2" Type="http://schemas.openxmlformats.org/officeDocument/2006/relationships/audio" Target="../media/audio1.wav"/><Relationship Id="rIdL86n3" Type="http://schemas.openxmlformats.org/officeDocument/2006/relationships/image" Target="../media/image87.jpg"/><Relationship Id="rIdL86n4" Type="http://schemas.openxmlformats.org/officeDocument/2006/relationships/audio" Target="../media/audio1.wav"/><Relationship Id="rIdL86n5" Type="http://schemas.openxmlformats.org/officeDocument/2006/relationships/image" Target="../media/image88.png"/><Relationship Id="rIdL86n6" Type="http://schemas.openxmlformats.org/officeDocument/2006/relationships/image" Target="../media/image161.jpg"/></Relationships>
</file>

<file path=ppt/slides/_rels/slide87.xml.rels><?xml version='1.0' encoding='UTF-8' standalone='yes'?>
<Relationships xmlns="http://schemas.openxmlformats.org/package/2006/relationships"><Relationship Id="rIdL87n1" Type="http://schemas.openxmlformats.org/officeDocument/2006/relationships/slideLayout" Target="../slideLayouts/slideLayout2.xml"/><Relationship Id="rIdL87n2" Type="http://schemas.openxmlformats.org/officeDocument/2006/relationships/image" Target="../media/image87.jpg"/><Relationship Id="rIdL87n3" Type="http://schemas.openxmlformats.org/officeDocument/2006/relationships/image" Target="../media/image88.png"/><Relationship Id="rIdL87n4" Type="http://schemas.openxmlformats.org/officeDocument/2006/relationships/image" Target="../media/image162.jpg"/></Relationships>
</file>

<file path=ppt/slides/_rels/slide88.xml.rels><?xml version='1.0' encoding='UTF-8' standalone='yes'?>
<Relationships xmlns="http://schemas.openxmlformats.org/package/2006/relationships"><Relationship Id="rIdL88n1" Type="http://schemas.openxmlformats.org/officeDocument/2006/relationships/slideLayout" Target="../slideLayouts/slideLayout2.xml"/><Relationship Id="rIdL88n2" Type="http://schemas.openxmlformats.org/officeDocument/2006/relationships/audio" Target="../media/audio1.wav"/><Relationship Id="rIdL88n3" Type="http://schemas.openxmlformats.org/officeDocument/2006/relationships/image" Target="../media/image87.jpg"/><Relationship Id="rIdL88n4" Type="http://schemas.openxmlformats.org/officeDocument/2006/relationships/audio" Target="../media/audio1.wav"/><Relationship Id="rIdL88n5" Type="http://schemas.openxmlformats.org/officeDocument/2006/relationships/image" Target="../media/image88.png"/><Relationship Id="rIdL88n6" Type="http://schemas.openxmlformats.org/officeDocument/2006/relationships/image" Target="../media/image163.jpg"/></Relationships>
</file>

<file path=ppt/slides/_rels/slide89.xml.rels><?xml version='1.0' encoding='UTF-8' standalone='yes'?>
<Relationships xmlns="http://schemas.openxmlformats.org/package/2006/relationships"><Relationship Id="rIdL89n1" Type="http://schemas.openxmlformats.org/officeDocument/2006/relationships/slideLayout" Target="../slideLayouts/slideLayout2.xml"/><Relationship Id="rIdL89n2" Type="http://schemas.openxmlformats.org/officeDocument/2006/relationships/image" Target="../media/image87.jpg"/><Relationship Id="rIdL89n3" Type="http://schemas.openxmlformats.org/officeDocument/2006/relationships/image" Target="../media/image88.png"/></Relationships>
</file>

<file path=ppt/slides/_rels/slide90.xml.rels><?xml version='1.0' encoding='UTF-8' standalone='yes'?>
<Relationships xmlns="http://schemas.openxmlformats.org/package/2006/relationships"><Relationship Id="rIdL90n1" Type="http://schemas.openxmlformats.org/officeDocument/2006/relationships/slideLayout" Target="../slideLayouts/slideLayout2.xml"/><Relationship Id="rIdL90n2" Type="http://schemas.openxmlformats.org/officeDocument/2006/relationships/audio" Target="../media/audio1.wav"/><Relationship Id="rIdL90n3" Type="http://schemas.openxmlformats.org/officeDocument/2006/relationships/image" Target="../media/image87.jpg"/><Relationship Id="rIdL90n4" Type="http://schemas.openxmlformats.org/officeDocument/2006/relationships/audio" Target="../media/audio1.wav"/><Relationship Id="rIdL90n5" Type="http://schemas.openxmlformats.org/officeDocument/2006/relationships/image" Target="../media/image89.png"/><Relationship Id="rIdL90n6" Type="http://schemas.openxmlformats.org/officeDocument/2006/relationships/image" Target="../media/image90.png"/><Relationship Id="rIdL90n7" Type="http://schemas.openxmlformats.org/officeDocument/2006/relationships/image" Target="../media/image9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1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7345680" y="2450306"/>
            <a:ext cx="4389120" cy="195738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Picture 1" descr="acc.png"/>
          <p:cNvPicPr>
            <a:picLocks noChangeAspect="1"/>
          </p:cNvPicPr>
          <p:nvPr/>
        </p:nvPicPr>
        <p:blipFill>
          <a:blip r:embed="rIdL1n4"/>
          <a:stretch>
            <a:fillRect/>
          </a:stretch>
        </p:blipFill>
        <p:spPr>
          <a:xfrm>
            <a:off x="7711440" y="2816066"/>
            <a:ext cx="3657600" cy="1225867"/>
          </a:xfrm>
          <a:prstGeom prst="rect">
            <a:avLst/>
          </a:prstGeom>
        </p:spPr>
      </p:pic>
      <p:sp>
        <p:nvSpPr>
          <p:cNvPr id="4" name="nuestro texto"/>
          <p:cNvSpPr txBox="1"/>
          <p:nvPr/>
        </p:nvSpPr>
        <p:spPr>
          <a:xfrm>
            <a:off x="731520" y="1371600"/>
            <a:ext cx="6248400" cy="237744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Arial"/>
              </a:rPr>
              <a:t>Primeros Auxilios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886200"/>
            <a:ext cx="822960" cy="64008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uestro texto"/>
          <p:cNvSpPr txBox="1"/>
          <p:nvPr/>
        </p:nvSpPr>
        <p:spPr>
          <a:xfrm>
            <a:off x="731520" y="4069080"/>
            <a:ext cx="62484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0">
                <a:solidFill>
                  <a:srgbClr val="C9D6EA"/>
                </a:solidFill>
                <a:latin typeface="Arial"/>
              </a:rPr>
              <a:t>Brigada de primeros auxilios</a:t>
            </a:r>
          </a:p>
        </p:txBody>
      </p:sp>
      <p:sp>
        <p:nvSpPr>
          <p:cNvPr id="7" name="nuestro texto"/>
          <p:cNvSpPr txBox="1"/>
          <p:nvPr/>
        </p:nvSpPr>
        <p:spPr>
          <a:xfrm>
            <a:off x="731520" y="5340096"/>
            <a:ext cx="2743200" cy="303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>
                <a:solidFill>
                  <a:srgbClr val="B8C7DE"/>
                </a:solidFill>
                <a:latin typeface="Arial"/>
              </a:rPr>
              <a:t>Con el apoyo de</a:t>
            </a:r>
          </a:p>
        </p:txBody>
      </p:sp>
      <p:pic>
        <p:nvPicPr>
          <p:cNvPr id="8" name="Picture 7" descr="placa-patrocinio.png"/>
          <p:cNvPicPr>
            <a:picLocks noChangeAspect="1"/>
          </p:cNvPicPr>
          <p:nvPr/>
        </p:nvPicPr>
        <p:blipFill>
          <a:blip r:embed="rIdL1n5"/>
          <a:stretch>
            <a:fillRect/>
          </a:stretch>
        </p:blipFill>
        <p:spPr>
          <a:xfrm>
            <a:off x="731520" y="5669280"/>
            <a:ext cx="1947672" cy="914400"/>
          </a:xfrm>
          <a:prstGeom prst="rect">
            <a:avLst/>
          </a:prstGeom>
        </p:spPr>
      </p:pic>
      <p:pic>
        <p:nvPicPr>
          <p:cNvPr id="9" name="Picture 8" descr="uniprotec.png"/>
          <p:cNvPicPr>
            <a:picLocks noChangeAspect="1"/>
          </p:cNvPicPr>
          <p:nvPr/>
        </p:nvPicPr>
        <p:blipFill>
          <a:blip r:embed="rIdL1n6"/>
          <a:stretch>
            <a:fillRect/>
          </a:stretch>
        </p:blipFill>
        <p:spPr>
          <a:xfrm>
            <a:off x="2907792" y="5833872"/>
            <a:ext cx="2190179" cy="58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589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2n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371600" y="146304"/>
            <a:ext cx="7994904" cy="96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square" lIns="45720" rIns="45720" tIns="0" bIns="0" anchor="ctr">
            <a:normAutofit/>
          </a:bodyPr>
          <a:lstStyle>
            <a:lvl1pPr eaLnBrk="0" hangingPunct="0">
              <a:defRPr i="1">
                <a:solidFill>
                  <a:schemeClr val="tx1"/>
                </a:solidFill>
                <a:latin typeface="Century Gothic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Century Gothic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Century Gothic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Century Gothic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Century Gothic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entury Gothic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entury Gothic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entury Gothic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pPr algn="l" indent="0" marL="0">
              <a:buNone/>
            </a:pPr>
            <a:r>
              <a:rPr lang="es-ES_tradnl" sz="3000" i="0" dirty="0" b="1" cap="none">
                <a:solidFill>
                  <a:srgbClr val="F4F7FB"/>
                </a:solidFill>
                <a:latin typeface="Arial"/>
              </a:rPr>
              <a:t>TIPOS DE COLORACION</a:t>
            </a:r>
          </a:p>
        </p:txBody>
      </p:sp>
      <p:pic>
        <p:nvPicPr>
          <p:cNvPr id="10" name="Logos K-9 ACC" descr="placa-principal.png"/>
          <p:cNvPicPr>
            <a:picLocks noChangeAspect="1"/>
          </p:cNvPicPr>
          <p:nvPr/>
        </p:nvPicPr>
        <p:blipFill>
          <a:blip r:embed="rIdL2n6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1043940" y="2148840"/>
            <a:ext cx="2194560" cy="2194560"/>
          </a:xfrm>
          <a:prstGeom prst="ellipse">
            <a:avLst/>
          </a:prstGeom>
          <a:solidFill>
            <a:srgbClr val="EDE3D8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uestro texto"/>
          <p:cNvSpPr txBox="1"/>
          <p:nvPr/>
        </p:nvSpPr>
        <p:spPr>
          <a:xfrm>
            <a:off x="822960" y="4572000"/>
            <a:ext cx="263652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Pálido</a:t>
            </a:r>
          </a:p>
        </p:txBody>
      </p:sp>
      <p:sp>
        <p:nvSpPr>
          <p:cNvPr id="13" name="Oval 12"/>
          <p:cNvSpPr/>
          <p:nvPr/>
        </p:nvSpPr>
        <p:spPr>
          <a:xfrm>
            <a:off x="3680460" y="2148840"/>
            <a:ext cx="2194560" cy="2194560"/>
          </a:xfrm>
          <a:prstGeom prst="ellipse">
            <a:avLst/>
          </a:prstGeom>
          <a:solidFill>
            <a:srgbClr val="8C9BC4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uestro texto"/>
          <p:cNvSpPr txBox="1"/>
          <p:nvPr/>
        </p:nvSpPr>
        <p:spPr>
          <a:xfrm>
            <a:off x="3459480" y="4572000"/>
            <a:ext cx="263652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Cianótico</a:t>
            </a:r>
          </a:p>
        </p:txBody>
      </p:sp>
      <p:sp>
        <p:nvSpPr>
          <p:cNvPr id="15" name="Oval 14"/>
          <p:cNvSpPr/>
          <p:nvPr/>
        </p:nvSpPr>
        <p:spPr>
          <a:xfrm>
            <a:off x="6316980" y="2148840"/>
            <a:ext cx="2194560" cy="2194560"/>
          </a:xfrm>
          <a:prstGeom prst="ellipse">
            <a:avLst/>
          </a:prstGeom>
          <a:solidFill>
            <a:srgbClr val="D5645A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uestro texto"/>
          <p:cNvSpPr txBox="1"/>
          <p:nvPr/>
        </p:nvSpPr>
        <p:spPr>
          <a:xfrm>
            <a:off x="6096000" y="4572000"/>
            <a:ext cx="263652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Rojizo</a:t>
            </a:r>
          </a:p>
        </p:txBody>
      </p:sp>
      <p:sp>
        <p:nvSpPr>
          <p:cNvPr id="17" name="Oval 16"/>
          <p:cNvSpPr/>
          <p:nvPr/>
        </p:nvSpPr>
        <p:spPr>
          <a:xfrm>
            <a:off x="8953500" y="2148840"/>
            <a:ext cx="2194560" cy="2194560"/>
          </a:xfrm>
          <a:prstGeom prst="ellipse">
            <a:avLst/>
          </a:prstGeom>
          <a:solidFill>
            <a:srgbClr val="E2C04C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uestro texto"/>
          <p:cNvSpPr txBox="1"/>
          <p:nvPr/>
        </p:nvSpPr>
        <p:spPr>
          <a:xfrm>
            <a:off x="8732520" y="4572000"/>
            <a:ext cx="263652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Ictérico</a:t>
            </a:r>
          </a:p>
        </p:txBody>
      </p:sp>
    </p:spTree>
    <p:extLst>
      <p:ext uri="{BB962C8B-B14F-4D97-AF65-F5344CB8AC3E}">
        <p14:creationId xmlns:p14="http://schemas.microsoft.com/office/powerpoint/2010/main" val="3506614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2n2" name="breeze.wav"/>
          </p:stSnd>
        </p:sndAc>
      </p:transition>
    </mc:Choice>
    <mc:Fallback xmlns="">
      <p:transition spd="slow">
        <p:sndAc>
          <p:stSnd>
            <p:snd r:embed="rIdL2n5" name="breeze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3n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indent="0" marL="0">
              <a:buNone/>
            </a:pPr>
            <a:r>
              <a:rPr lang="es-MX" sz="2800" b="1" dirty="0" cap="none">
                <a:solidFill>
                  <a:srgbClr val="F4F7FB"/>
                </a:solidFill>
                <a:latin typeface="Arial"/>
              </a:rPr>
              <a:t>1.5.1 Manejo de la vía aérea y control de la columna cervical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2"/>
          </p:nvPr>
        </p:nvSpPr>
        <p:spPr>
          <a:xfrm>
            <a:off x="457200" y="2466222"/>
            <a:ext cx="4145280" cy="408661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s-MX" sz="2000" b="1" dirty="0">
                <a:solidFill>
                  <a:schemeClr val="bg1"/>
                </a:solidFill>
              </a:rPr>
              <a:t>Se debe de evaluar que la vía aérea se encuentre permeable.</a:t>
            </a:r>
          </a:p>
          <a:p>
            <a:pPr>
              <a:buFont typeface="Wingdings" panose="05000000000000000000" pitchFamily="2" charset="2"/>
              <a:buChar char="q"/>
            </a:pPr>
            <a:endParaRPr lang="es-MX" sz="1400" b="1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s-MX" sz="2000" b="1" dirty="0">
                <a:solidFill>
                  <a:schemeClr val="bg1"/>
                </a:solidFill>
              </a:rPr>
              <a:t>La causa más común de obstrucción es por que la lengua se ha relajado y está obstruyendo el paso del aire al sistema respiratorio.</a:t>
            </a:r>
          </a:p>
          <a:p>
            <a:endParaRPr lang="es-MX" dirty="0" sz="1400">
              <a:solidFill>
                <a:schemeClr val="bg1"/>
              </a:solidFill>
            </a:endParaRPr>
          </a:p>
          <a:p>
            <a:endParaRPr lang="es-MX" dirty="0" sz="1400">
              <a:solidFill>
                <a:schemeClr val="bg1"/>
              </a:solidFill>
            </a:endParaRPr>
          </a:p>
        </p:txBody>
      </p:sp>
      <p:sp>
        <p:nvSpPr>
          <p:cNvPr id="8" name="Marcador de contenido 7"/>
          <p:cNvSpPr>
            <a:spLocks noGrp="1"/>
          </p:cNvSpPr>
          <p:nvPr>
            <p:ph sz="quarter" idx="4"/>
          </p:nvPr>
        </p:nvSpPr>
        <p:spPr>
          <a:xfrm>
            <a:off x="6217920" y="2215166"/>
            <a:ext cx="4937760" cy="3745368"/>
          </a:xfrm>
        </p:spPr>
        <p:txBody>
          <a:bodyPr/>
          <a:lstStyle/>
          <a:p>
            <a:endParaRPr lang="es-MX" dirty="0"/>
          </a:p>
        </p:txBody>
      </p:sp>
      <p:pic>
        <p:nvPicPr>
          <p:cNvPr id="9" name="Logos K-9 ACC" descr="placa-principal.png"/>
          <p:cNvPicPr>
            <a:picLocks noChangeAspect="1"/>
          </p:cNvPicPr>
          <p:nvPr/>
        </p:nvPicPr>
        <p:blipFill>
          <a:blip r:embed="rIdL3n6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pic>
        <p:nvPicPr>
          <p:cNvPr id="12" name="banco" descr="6d3j0p5j505g42.jpg"/>
          <p:cNvPicPr>
            <a:picLocks noChangeAspect="1"/>
          </p:cNvPicPr>
          <p:nvPr/>
        </p:nvPicPr>
        <p:blipFill>
          <a:blip r:embed="rIdL3n7"/>
          <a:stretch>
            <a:fillRect/>
          </a:stretch>
        </p:blipFill>
        <p:spPr>
          <a:xfrm>
            <a:off x="6871830" y="1666665"/>
            <a:ext cx="2959379" cy="443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308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3n2" name="breeze.wav"/>
          </p:stSnd>
        </p:sndAc>
      </p:transition>
    </mc:Choice>
    <mc:Fallback xmlns="">
      <p:transition spd="slow">
        <p:sndAc>
          <p:stSnd>
            <p:snd r:embed="rIdL3n5" name="breeze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4n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Logos K-9 ACC" descr="placa-principal.png"/>
          <p:cNvPicPr>
            <a:picLocks noChangeAspect="1"/>
          </p:cNvPicPr>
          <p:nvPr/>
        </p:nvPicPr>
        <p:blipFill>
          <a:blip r:embed="rIdL4n7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sp>
        <p:nvSpPr>
          <p:cNvPr id="14" name="nuestro texto"/>
          <p:cNvSpPr txBox="1"/>
          <p:nvPr/>
        </p:nvSpPr>
        <p:spPr>
          <a:xfrm>
            <a:off x="1371600" y="146304"/>
            <a:ext cx="78638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rial"/>
              </a:rPr>
              <a:t>Técnicas manuales · 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417320"/>
            <a:ext cx="5486400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uestro texto"/>
          <p:cNvSpPr txBox="1"/>
          <p:nvPr/>
        </p:nvSpPr>
        <p:spPr>
          <a:xfrm>
            <a:off x="640080" y="553212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500" b="1">
                <a:solidFill>
                  <a:srgbClr val="0B2545"/>
                </a:solidFill>
                <a:latin typeface="Arial"/>
              </a:rPr>
              <a:t>Si se sospecha de lesión en cuello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417320"/>
            <a:ext cx="5486400" cy="5074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uestro texto"/>
          <p:cNvSpPr txBox="1"/>
          <p:nvPr/>
        </p:nvSpPr>
        <p:spPr>
          <a:xfrm>
            <a:off x="6400800" y="553212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400" b="1">
                <a:solidFill>
                  <a:srgbClr val="0B2545"/>
                </a:solidFill>
                <a:latin typeface="Arial"/>
              </a:rPr>
              <a:t>Maniobra de hiper extensión de cuello</a:t>
            </a:r>
          </a:p>
        </p:txBody>
      </p:sp>
      <p:pic>
        <p:nvPicPr>
          <p:cNvPr id="21" name="banco" descr="5j514s6x6o4z1d.jpg"/>
          <p:cNvPicPr>
            <a:picLocks noChangeAspect="1"/>
          </p:cNvPicPr>
          <p:nvPr/>
        </p:nvPicPr>
        <p:blipFill>
          <a:blip r:embed="rIdL4n8"/>
          <a:stretch>
            <a:fillRect/>
          </a:stretch>
        </p:blipFill>
        <p:spPr>
          <a:xfrm>
            <a:off x="1889760" y="1554480"/>
            <a:ext cx="2621280" cy="3931920"/>
          </a:xfrm>
          <a:prstGeom prst="rect">
            <a:avLst/>
          </a:prstGeom>
        </p:spPr>
      </p:pic>
      <p:pic>
        <p:nvPicPr>
          <p:cNvPr id="22" name="banco" descr="6p2l146t6j3e0e.jpg"/>
          <p:cNvPicPr>
            <a:picLocks noChangeAspect="1"/>
          </p:cNvPicPr>
          <p:nvPr/>
        </p:nvPicPr>
        <p:blipFill>
          <a:blip r:embed="rIdL4n4"/>
          <a:stretch>
            <a:fillRect/>
          </a:stretch>
        </p:blipFill>
        <p:spPr>
          <a:xfrm>
            <a:off x="7650480" y="1554480"/>
            <a:ext cx="2621280" cy="393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149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4n2" name="breeze.wav"/>
          </p:stSnd>
        </p:sndAc>
      </p:transition>
    </mc:Choice>
    <mc:Fallback xmlns="">
      <p:transition spd="slow">
        <p:sndAc>
          <p:stSnd>
            <p:snd r:embed="rIdL4n6" name="breeze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5n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162084" y="1207008"/>
            <a:ext cx="993712" cy="1484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EEE800"/>
                    </a:gs>
                    <a:gs pos="100000">
                      <a:srgbClr val="EEE800">
                        <a:gamma/>
                        <a:shade val="49804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83175" tIns="41587" rIns="83175" bIns="41587">
            <a:spAutoFit/>
          </a:bodyPr>
          <a:lstStyle/>
          <a:p>
            <a:pPr eaLnBrk="0" hangingPunct="0">
              <a:defRPr/>
            </a:pPr>
            <a:r>
              <a:rPr lang="es-MX" sz="9098" b="1" i="0" dirty="0">
                <a:solidFill>
                  <a:srgbClr val="F0A8A8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endParaRPr lang="es-ES" sz="9098" b="1" i="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371600" y="146304"/>
            <a:ext cx="7994904" cy="96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EEE800"/>
                    </a:gs>
                    <a:gs pos="100000">
                      <a:srgbClr val="EEE800">
                        <a:gamma/>
                        <a:shade val="49804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square" lIns="45720" tIns="0" rIns="45720" bIns="0" anchor="ctr">
            <a:normAutofit/>
          </a:bodyPr>
          <a:lstStyle/>
          <a:p>
            <a:pPr eaLnBrk="0" hangingPunct="0" algn="l" indent="0" marL="0">
              <a:buNone/>
              <a:defRPr/>
            </a:pPr>
            <a:r>
              <a:rPr lang="es-MX" sz="2800" b="1" i="0" dirty="0" cap="none">
                <a:solidFill>
                  <a:srgbClr val="F4F7FB"/>
                </a:solidFill>
                <a:latin typeface="Arial"/>
              </a:rPr>
              <a:t>COLOCACIÓN DE CÁNULA OROFARINGEA</a:t>
            </a:r>
            <a:endParaRPr lang="es-ES" sz="4400" b="1" i="0" dirty="0">
              <a:solidFill>
                <a:srgbClr val="FF0000"/>
              </a:solidFill>
            </a:endParaRPr>
          </a:p>
        </p:txBody>
      </p:sp>
      <p:pic>
        <p:nvPicPr>
          <p:cNvPr id="9" name="Picture 5" descr="~AUT0005"/>
          <p:cNvPicPr>
            <a:picLocks noChangeAspect="1" noChangeArrowheads="1"/>
          </p:cNvPicPr>
          <p:nvPr/>
        </p:nvPicPr>
        <p:blipFill>
          <a:blip r:embed="rIdL5n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" y="2689177"/>
            <a:ext cx="3446286" cy="2512917"/>
          </a:xfrm>
          <a:prstGeom prst="rect">
            <a:avLst/>
          </a:prstGeom>
          <a:noFill/>
          <a:ln>
            <a:noFill/>
          </a:ln>
          <a:effectLst>
            <a:outerShdw dist="107763" dir="81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6" descr="~AUT0006"/>
          <p:cNvPicPr>
            <a:picLocks noChangeAspect="1" noChangeArrowheads="1"/>
          </p:cNvPicPr>
          <p:nvPr/>
        </p:nvPicPr>
        <p:blipFill>
          <a:blip r:embed="rIdL5n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2086" y="2689177"/>
            <a:ext cx="3604736" cy="2512917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7" descr="~AUT0007"/>
          <p:cNvPicPr>
            <a:picLocks noChangeAspect="1" noChangeArrowheads="1"/>
          </p:cNvPicPr>
          <p:nvPr/>
        </p:nvPicPr>
        <p:blipFill>
          <a:blip r:embed="rIdL5n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1143" y="2689177"/>
            <a:ext cx="3769376" cy="2512917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Logos K-9 ACC" descr="placa-principal.png"/>
          <p:cNvPicPr>
            <a:picLocks noChangeAspect="1"/>
          </p:cNvPicPr>
          <p:nvPr/>
        </p:nvPicPr>
        <p:blipFill>
          <a:blip r:embed="rIdL5n7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470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5n2" name="breeze.wav"/>
          </p:stSnd>
        </p:sndAc>
      </p:transition>
    </mc:Choice>
    <mc:Fallback xmlns="">
      <p:transition spd="slow">
        <p:sndAc>
          <p:stSnd>
            <p:snd r:embed="rIdL5n5" name="breeze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6n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indent="0" marL="0">
              <a:buNone/>
            </a:pPr>
            <a:r>
              <a:rPr lang="es-MX" sz="3000" b="1" dirty="0" cap="none">
                <a:solidFill>
                  <a:srgbClr val="F4F7FB"/>
                </a:solidFill>
                <a:latin typeface="Arial"/>
              </a:rPr>
              <a:t>1.5.2 Buena respiración (breathing) </a:t>
            </a:r>
            <a:endParaRPr lang="es-MX" sz="3600" dirty="0"/>
          </a:p>
        </p:txBody>
      </p:sp>
      <p:sp>
        <p:nvSpPr>
          <p:cNvPr id="6" name="Marcador de contenido 5"/>
          <p:cNvSpPr>
            <a:spLocks noGrp="1"/>
          </p:cNvSpPr>
          <p:nvPr>
            <p:ph sz="half" idx="2"/>
          </p:nvPr>
        </p:nvSpPr>
        <p:spPr>
          <a:xfrm>
            <a:off x="548640" y="1463040"/>
            <a:ext cx="6400800" cy="386928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s-MX" dirty="0" sz="2000">
                <a:solidFill>
                  <a:schemeClr val="bg1"/>
                </a:solidFill>
              </a:rPr>
              <a:t> </a:t>
            </a:r>
            <a:r>
              <a:rPr lang="es-MX" sz="2800" dirty="0">
                <a:solidFill>
                  <a:schemeClr val="bg1"/>
                </a:solidFill>
              </a:rPr>
              <a:t>Corroborar que está respirando.</a:t>
            </a:r>
          </a:p>
          <a:p>
            <a:pPr marL="0" indent="0">
              <a:buNone/>
            </a:pPr>
            <a:endParaRPr lang="es-MX" sz="140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s-MX" sz="2800" dirty="0">
                <a:solidFill>
                  <a:schemeClr val="bg1"/>
                </a:solidFill>
              </a:rPr>
              <a:t> Verificar la frecuencia respiratoria.</a:t>
            </a:r>
          </a:p>
          <a:p>
            <a:pPr marL="0" indent="0">
              <a:buNone/>
            </a:pPr>
            <a:endParaRPr lang="es-MX" sz="140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s-MX" sz="2800" dirty="0">
                <a:solidFill>
                  <a:schemeClr val="bg1"/>
                </a:solidFill>
              </a:rPr>
              <a:t> Observar los movimientos del tórax.</a:t>
            </a:r>
          </a:p>
          <a:p>
            <a:pPr>
              <a:buFont typeface="Wingdings" panose="05000000000000000000" pitchFamily="2" charset="2"/>
              <a:buChar char="q"/>
            </a:pPr>
            <a:endParaRPr lang="es-MX" sz="1400" dirty="0">
              <a:solidFill>
                <a:schemeClr val="bg1"/>
              </a:solidFill>
            </a:endParaRPr>
          </a:p>
        </p:txBody>
      </p:sp>
      <p:pic>
        <p:nvPicPr>
          <p:cNvPr id="10" name="Picture 4" descr="VES"/>
          <p:cNvPicPr>
            <a:picLocks noChangeAspect="1" noChangeArrowheads="1"/>
          </p:cNvPicPr>
          <p:nvPr/>
        </p:nvPicPr>
        <p:blipFill>
          <a:blip r:embed="rIdL6n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9899" y="1708150"/>
            <a:ext cx="4481513" cy="4572000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Logos K-9 ACC" descr="placa-principal.png"/>
          <p:cNvPicPr>
            <a:picLocks noChangeAspect="1"/>
          </p:cNvPicPr>
          <p:nvPr/>
        </p:nvPicPr>
        <p:blipFill>
          <a:blip r:embed="rIdL6n6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sp>
        <p:nvSpPr>
          <p:cNvPr id="25" name="nuestro caja"/>
          <p:cNvSpPr/>
          <p:nvPr/>
        </p:nvSpPr>
        <p:spPr>
          <a:xfrm>
            <a:off x="548640" y="5257800"/>
            <a:ext cx="2103120" cy="822960"/>
          </a:xfrm>
          <a:prstGeom prst="roundRect">
            <a:avLst>
              <a:gd name="adj" fmla="val 18000"/>
            </a:avLst>
          </a:prstGeom>
          <a:solidFill>
            <a:srgbClr val="1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VER</a:t>
            </a:r>
          </a:p>
        </p:txBody>
      </p:sp>
      <p:sp>
        <p:nvSpPr>
          <p:cNvPr id="26" name="nuestro caja"/>
          <p:cNvSpPr/>
          <p:nvPr/>
        </p:nvSpPr>
        <p:spPr>
          <a:xfrm>
            <a:off x="2788920" y="5257800"/>
            <a:ext cx="2103120" cy="822960"/>
          </a:xfrm>
          <a:prstGeom prst="roundRect">
            <a:avLst>
              <a:gd name="adj" fmla="val 18000"/>
            </a:avLst>
          </a:prstGeom>
          <a:solidFill>
            <a:srgbClr val="E07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ESCUCHAR</a:t>
            </a:r>
          </a:p>
        </p:txBody>
      </p:sp>
      <p:sp>
        <p:nvSpPr>
          <p:cNvPr id="27" name="nuestro caja"/>
          <p:cNvSpPr/>
          <p:nvPr/>
        </p:nvSpPr>
        <p:spPr>
          <a:xfrm>
            <a:off x="5029200" y="5257800"/>
            <a:ext cx="2103120" cy="822960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SENTIR</a:t>
            </a:r>
          </a:p>
        </p:txBody>
      </p:sp>
    </p:spTree>
    <p:extLst>
      <p:ext uri="{BB962C8B-B14F-4D97-AF65-F5344CB8AC3E}">
        <p14:creationId xmlns:p14="http://schemas.microsoft.com/office/powerpoint/2010/main" val="3121959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6n2" name="breeze.wav"/>
          </p:stSnd>
        </p:sndAc>
      </p:transition>
    </mc:Choice>
    <mc:Fallback xmlns="">
      <p:transition spd="slow">
        <p:sndAc>
          <p:stSnd>
            <p:snd r:embed="rIdL6n5" name="breeze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7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indent="0" marL="0">
              <a:buNone/>
            </a:pPr>
            <a:r>
              <a:rPr lang="es-MX" sz="2800" b="1" dirty="0" cap="none">
                <a:solidFill>
                  <a:srgbClr val="F4F7FB"/>
                </a:solidFill>
                <a:latin typeface="Arial"/>
              </a:rPr>
              <a:t>1.5.3 Circulación con control de hemorragias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idx="1"/>
          </p:nvPr>
        </p:nvSpPr>
        <p:spPr>
          <a:xfrm>
            <a:off x="457200" y="2075199"/>
            <a:ext cx="4328160" cy="725391"/>
          </a:xfrm>
        </p:spPr>
        <p:txBody>
          <a:bodyPr>
            <a:noAutofit/>
          </a:bodyPr>
          <a:lstStyle/>
          <a:p>
            <a:r>
              <a:rPr lang="es-MX" sz="2300" dirty="0">
                <a:solidFill>
                  <a:schemeClr val="bg1"/>
                </a:solidFill>
              </a:rPr>
              <a:t>Verificar pulso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half" idx="2"/>
          </p:nvPr>
        </p:nvSpPr>
        <p:spPr>
          <a:xfrm>
            <a:off x="320040" y="2778261"/>
            <a:ext cx="4465320" cy="3783266"/>
          </a:xfrm>
        </p:spPr>
        <p:txBody>
          <a:bodyPr>
            <a:noAutofit/>
          </a:bodyPr>
          <a:lstStyle/>
          <a:p>
            <a:endParaRPr lang="es-MX" dirty="0" sz="1576">
              <a:solidFill>
                <a:schemeClr val="bg1"/>
              </a:solidFill>
            </a:endParaRPr>
          </a:p>
          <a:p>
            <a:pPr algn="ctr"/>
            <a:r>
              <a:rPr lang="es-MX" sz="2700" b="1" dirty="0">
                <a:solidFill>
                  <a:schemeClr val="bg1"/>
                </a:solidFill>
              </a:rPr>
              <a:t>Aun que el paciente esté respirando, puede ser que el oxígeno que llega a los pulmones no esté oxigenando su cuerpo si la persona no tiene pulso.</a:t>
            </a:r>
          </a:p>
        </p:txBody>
      </p:sp>
      <p:pic>
        <p:nvPicPr>
          <p:cNvPr id="10" name="Logos K-9 ACC" descr="placa-principal.png"/>
          <p:cNvPicPr>
            <a:picLocks noChangeAspect="1"/>
          </p:cNvPicPr>
          <p:nvPr/>
        </p:nvPicPr>
        <p:blipFill>
          <a:blip r:embed="rIdL7n5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sp>
        <p:nvSpPr>
          <p:cNvPr id="11" name="Tarjeta"/>
          <p:cNvSpPr/>
          <p:nvPr/>
        </p:nvSpPr>
        <p:spPr>
          <a:xfrm>
            <a:off x="6294120" y="2518912"/>
            <a:ext cx="5486400" cy="2853446"/>
          </a:xfrm>
          <a:prstGeom prst="round2DiagRect">
            <a:avLst>
              <a:gd name="adj1" fmla="val 12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ulsos.png"/>
          <p:cNvPicPr>
            <a:picLocks noChangeAspect="1"/>
          </p:cNvPicPr>
          <p:nvPr/>
        </p:nvPicPr>
        <p:blipFill>
          <a:blip r:embed="rIdL7n6"/>
          <a:stretch>
            <a:fillRect/>
          </a:stretch>
        </p:blipFill>
        <p:spPr>
          <a:xfrm>
            <a:off x="6385560" y="2610352"/>
            <a:ext cx="5303520" cy="2670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787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7n2" name="breeze.wav"/>
          </p:stSnd>
        </p:sndAc>
      </p:transition>
    </mc:Choice>
    <mc:Fallback xmlns="">
      <p:transition spd="slow">
        <p:sndAc>
          <p:stSnd>
            <p:snd r:embed="rIdL7n4" name="breeze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8n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6885821"/>
              </p:ext>
            </p:extLst>
          </p:nvPr>
        </p:nvGraphicFramePr>
        <p:xfrm>
          <a:off x="2623144" y="2684127"/>
          <a:ext cx="3214354" cy="3266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 Corel PHOTO-PAINT 9.0" r:id="rIdL8n3" imgW="1459748" imgH="1484253" progId="CorelPhotoPaint.Image.9">
                  <p:embed/>
                </p:oleObj>
              </mc:Choice>
              <mc:Fallback>
                <p:oleObj name="Imagen Corel PHOTO-PAINT 9.0" r:id="rIdL8n3" imgW="1459748" imgH="1484253" progId="CorelPhotoPaint.Image.9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L8n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3337" y="1872506"/>
                        <a:ext cx="3983038" cy="40472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107763" dir="2700000" algn="ctr" rotWithShape="0">
                          <a:schemeClr val="tx2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340578" y="6289871"/>
            <a:ext cx="1776652" cy="322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EEE800"/>
                    </a:gs>
                    <a:gs pos="100000">
                      <a:srgbClr val="EEE800">
                        <a:gamma/>
                        <a:shade val="49804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3776" tIns="36887" rIns="73776" bIns="36887">
            <a:spAutoFit/>
          </a:bodyPr>
          <a:lstStyle/>
          <a:p>
            <a:pPr eaLnBrk="0" hangingPunct="0">
              <a:defRPr/>
            </a:pPr>
            <a:r>
              <a:rPr lang="es-MX" sz="1614" b="1" i="0" dirty="0">
                <a:solidFill>
                  <a:srgbClr val="BFBFB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PULSO CAROTIDEO</a:t>
            </a:r>
            <a:endParaRPr lang="es-ES" sz="1614" b="1" i="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9" name="Picture 6" descr="~AUT0009"/>
          <p:cNvPicPr>
            <a:picLocks noChangeAspect="1" noChangeArrowheads="1"/>
          </p:cNvPicPr>
          <p:nvPr/>
        </p:nvPicPr>
        <p:blipFill>
          <a:blip r:embed="rIdL8n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516" y="2625439"/>
            <a:ext cx="3025259" cy="3324886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8414268" y="6306525"/>
            <a:ext cx="1407706" cy="322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EEE800"/>
                    </a:gs>
                    <a:gs pos="100000">
                      <a:srgbClr val="EEE800">
                        <a:gamma/>
                        <a:shade val="49804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3776" tIns="36887" rIns="73776" bIns="36887">
            <a:spAutoFit/>
          </a:bodyPr>
          <a:lstStyle/>
          <a:p>
            <a:pPr eaLnBrk="0" hangingPunct="0">
              <a:defRPr/>
            </a:pPr>
            <a:r>
              <a:rPr lang="es-MX" sz="1614" b="1" i="0" dirty="0">
                <a:solidFill>
                  <a:srgbClr val="BFBFB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PULSO RADIAL</a:t>
            </a:r>
            <a:endParaRPr lang="es-ES" sz="1614" b="1" i="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589223" y="1207008"/>
            <a:ext cx="696203" cy="1316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EEE800"/>
                    </a:gs>
                    <a:gs pos="100000">
                      <a:srgbClr val="EEE800">
                        <a:gamma/>
                        <a:shade val="49804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3776" tIns="36887" rIns="73776" bIns="36887">
            <a:spAutoFit/>
          </a:bodyPr>
          <a:lstStyle/>
          <a:p>
            <a:pPr eaLnBrk="0" hangingPunct="0">
              <a:defRPr/>
            </a:pPr>
            <a:r>
              <a:rPr lang="es-MX" sz="8070" b="1" i="0" dirty="0">
                <a:solidFill>
                  <a:srgbClr val="85C0EA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</a:t>
            </a:r>
            <a:endParaRPr lang="es-ES" sz="8070" b="1" i="0" dirty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12" name="Logos K-9 ACC" descr="placa-principal.png"/>
          <p:cNvPicPr>
            <a:picLocks noChangeAspect="1"/>
          </p:cNvPicPr>
          <p:nvPr/>
        </p:nvPicPr>
        <p:blipFill>
          <a:blip r:embed="rIdL8n7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044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8n2" name="breeze.wav"/>
          </p:stSnd>
        </p:sndAc>
      </p:transition>
    </mc:Choice>
    <mc:Fallback xmlns="">
      <p:transition spd="slow">
        <p:sndAc>
          <p:stSnd>
            <p:snd r:embed="rIdL8n6" name="breez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9n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indent="0" marL="0">
              <a:buNone/>
            </a:pPr>
            <a:r>
              <a:rPr lang="es-MX" sz="3000" b="1" dirty="0" cap="none">
                <a:solidFill>
                  <a:srgbClr val="F4F7FB"/>
                </a:solidFill>
                <a:latin typeface="Arial"/>
              </a:rPr>
              <a:t>1.5.4 Déficit neurológico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2"/>
          </p:nvPr>
        </p:nvSpPr>
        <p:spPr>
          <a:xfrm>
            <a:off x="411480" y="1781503"/>
            <a:ext cx="5608320" cy="4783889"/>
          </a:xfrm>
        </p:spPr>
        <p:txBody>
          <a:bodyPr>
            <a:noAutofit/>
          </a:bodyPr>
          <a:lstStyle/>
          <a:p>
            <a:pPr algn="l">
              <a:spcAft>
                <a:spcPts val="0"/>
              </a:spcAft>
            </a:pPr>
            <a:r>
              <a:rPr lang="es-MX" dirty="0" sz="13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s-MX" sz="12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0"/>
              </a:spcAft>
            </a:pPr>
            <a:r>
              <a:rPr lang="es-MX" sz="2500" dirty="0">
                <a:solidFill>
                  <a:srgbClr val="F0A8A8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A. </a:t>
            </a:r>
            <a:r>
              <a:rPr lang="es-MX" sz="25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Alerta (responde espontáneamente a los estímulos del medio).</a:t>
            </a:r>
            <a:endParaRPr lang="es-MX" sz="24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0"/>
              </a:spcAft>
            </a:pPr>
            <a:r>
              <a:rPr lang="es-MX" sz="2500" dirty="0">
                <a:solidFill>
                  <a:srgbClr val="F0A8A8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V. </a:t>
            </a:r>
            <a:r>
              <a:rPr lang="es-MX" sz="25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Responde a estímulos verbales.</a:t>
            </a:r>
            <a:endParaRPr lang="es-MX" sz="24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0"/>
              </a:spcAft>
            </a:pPr>
            <a:r>
              <a:rPr lang="es-MX" sz="2500" dirty="0">
                <a:solidFill>
                  <a:srgbClr val="F0A8A8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D. </a:t>
            </a:r>
            <a:r>
              <a:rPr lang="es-MX" sz="25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Responde sólo a estímulos dolorosos.</a:t>
            </a:r>
            <a:endParaRPr lang="es-MX" sz="24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0"/>
              </a:spcAft>
            </a:pPr>
            <a:r>
              <a:rPr lang="es-MX" sz="2500" dirty="0">
                <a:solidFill>
                  <a:srgbClr val="F0A8A8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I. </a:t>
            </a:r>
            <a:r>
              <a:rPr lang="es-MX" sz="25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Inconsciente o estado de coma (no responde a ningún tipo de estímulo).</a:t>
            </a:r>
            <a:endParaRPr lang="es-MX" sz="24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0"/>
              </a:spcAft>
            </a:pPr>
            <a:r>
              <a:rPr lang="es-MX" dirty="0" sz="13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s-MX" sz="12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MX" dirty="0" sz="1200">
              <a:solidFill>
                <a:schemeClr val="bg1"/>
              </a:solidFill>
            </a:endParaRPr>
          </a:p>
        </p:txBody>
      </p:sp>
      <p:pic>
        <p:nvPicPr>
          <p:cNvPr id="8" name="Marcador de contenido 7"/>
          <p:cNvPicPr>
            <a:picLocks noGrp="1" noChangeAspect="1"/>
          </p:cNvPicPr>
          <p:nvPr>
            <p:ph sz="quarter" idx="4"/>
          </p:nvPr>
        </p:nvPicPr>
        <p:blipFill>
          <a:blip r:embed="rIdL9n3"/>
          <a:stretch>
            <a:fillRect/>
          </a:stretch>
        </p:blipFill>
        <p:spPr>
          <a:xfrm>
            <a:off x="6294120" y="1988820"/>
            <a:ext cx="5486400" cy="3913632"/>
          </a:xfrm>
          <a:prstGeom prst="rect">
            <a:avLst/>
          </a:prstGeom>
        </p:spPr>
      </p:pic>
      <p:pic>
        <p:nvPicPr>
          <p:cNvPr id="9" name="Logos K-9 ACC" descr="placa-principal.png"/>
          <p:cNvPicPr>
            <a:picLocks noChangeAspect="1"/>
          </p:cNvPicPr>
          <p:nvPr/>
        </p:nvPicPr>
        <p:blipFill>
          <a:blip r:embed="rIdL9n6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806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9n2" name="breeze.wav"/>
          </p:stSnd>
        </p:sndAc>
      </p:transition>
    </mc:Choice>
    <mc:Fallback xmlns="">
      <p:transition spd="slow">
        <p:sndAc>
          <p:stSnd>
            <p:snd r:embed="rIdL9n5" name="breeze.wav"/>
          </p:stSnd>
        </p:sndAc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10n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indent="0" marL="0">
              <a:buNone/>
            </a:pPr>
            <a:r>
              <a:rPr sz="2400" b="1">
                <a:solidFill>
                  <a:srgbClr val="FFFFFF"/>
                </a:solidFill>
                <a:latin typeface="Arial"/>
              </a:rPr>
              <a:t>1.5.5 Exponer y examinar a la víctima protegiéndola del ambiente</a:t>
            </a:r>
            <a:endParaRPr lang="es-MX" sz="3100" b="1" dirty="0"/>
          </a:p>
        </p:txBody>
      </p:sp>
      <p:sp>
        <p:nvSpPr>
          <p:cNvPr id="7" name="Marcador de contenido 6"/>
          <p:cNvSpPr>
            <a:spLocks noGrp="1"/>
          </p:cNvSpPr>
          <p:nvPr>
            <p:ph sz="half" idx="2"/>
          </p:nvPr>
        </p:nvSpPr>
        <p:spPr>
          <a:xfrm>
            <a:off x="365760" y="1846052"/>
            <a:ext cx="5717576" cy="4689554"/>
          </a:xfrm>
        </p:spPr>
        <p:txBody>
          <a:bodyPr>
            <a:noAutofit/>
          </a:bodyPr>
          <a:lstStyle/>
          <a:p>
            <a:r>
              <a:rPr lang="es-MX" sz="2800" dirty="0">
                <a:solidFill>
                  <a:schemeClr val="bg1"/>
                </a:solidFill>
              </a:rPr>
              <a:t>Es importante exponer el tórax, el abdomen y las extremidades de los pacientes respetando su pudor. Como se podrá observar en el capítulo correspondiente, se les deberá proteger del frío, de la lluvia y del calor intenso.</a:t>
            </a:r>
          </a:p>
          <a:p>
            <a:endParaRPr lang="es-MX" dirty="0" sz="1600">
              <a:solidFill>
                <a:schemeClr val="bg1"/>
              </a:solidFill>
            </a:endParaRPr>
          </a:p>
          <a:p>
            <a:endParaRPr lang="es-MX" dirty="0" sz="1600">
              <a:solidFill>
                <a:schemeClr val="bg1"/>
              </a:solidFill>
            </a:endParaRPr>
          </a:p>
          <a:p>
            <a:endParaRPr lang="es-MX" dirty="0" sz="1600">
              <a:solidFill>
                <a:schemeClr val="bg1"/>
              </a:solidFill>
            </a:endParaRPr>
          </a:p>
        </p:txBody>
      </p:sp>
      <p:pic>
        <p:nvPicPr>
          <p:cNvPr id="10" name="Marcador de contenido 9"/>
          <p:cNvPicPr>
            <a:picLocks noGrp="1" noChangeAspect="1"/>
          </p:cNvPicPr>
          <p:nvPr>
            <p:ph sz="quarter" idx="4"/>
          </p:nvPr>
        </p:nvPicPr>
        <p:blipFill>
          <a:blip r:embed="rIdL10n3"/>
          <a:stretch>
            <a:fillRect/>
          </a:stretch>
        </p:blipFill>
        <p:spPr>
          <a:xfrm>
            <a:off x="6477000" y="1385316"/>
            <a:ext cx="5120640" cy="5120640"/>
          </a:xfrm>
          <a:prstGeom prst="rect">
            <a:avLst/>
          </a:prstGeom>
        </p:spPr>
      </p:pic>
      <p:pic>
        <p:nvPicPr>
          <p:cNvPr id="11" name="Logos K-9 ACC" descr="placa-principal.png"/>
          <p:cNvPicPr>
            <a:picLocks noChangeAspect="1"/>
          </p:cNvPicPr>
          <p:nvPr/>
        </p:nvPicPr>
        <p:blipFill>
          <a:blip r:embed="rIdL10n6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236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10n2" name="breeze.wav"/>
          </p:stSnd>
        </p:sndAc>
      </p:transition>
    </mc:Choice>
    <mc:Fallback xmlns="">
      <p:transition spd="slow">
        <p:sndAc>
          <p:stSnd>
            <p:snd r:embed="rIdL10n5" name="breeze.wav"/>
          </p:stSnd>
        </p:sndAc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11n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indent="0" marL="0">
              <a:buNone/>
            </a:pPr>
            <a:r>
              <a:rPr lang="es-MX" dirty="0" sz="3000" b="1" cap="none">
                <a:solidFill>
                  <a:srgbClr val="F4F7FB"/>
                </a:solidFill>
                <a:latin typeface="Arial"/>
              </a:rPr>
              <a:t>1.6 Evaluación secundaria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half" idx="2"/>
          </p:nvPr>
        </p:nvSpPr>
        <p:spPr>
          <a:xfrm>
            <a:off x="411480" y="2038979"/>
            <a:ext cx="5608320" cy="45264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1100" b="1" dirty="0">
                <a:solidFill>
                  <a:srgbClr val="BCBC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sz="966"/>
          </a:p>
          <a:p>
            <a:pPr algn="l">
              <a:spcAft>
                <a:spcPts val="0"/>
              </a:spcAft>
            </a:pPr>
            <a:r>
              <a:rPr lang="es-MX" sz="2300" b="1" dirty="0">
                <a:solidFill>
                  <a:srgbClr val="F0A8A8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</a:t>
            </a:r>
            <a:r>
              <a:rPr lang="es-MX" sz="23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sentación</a:t>
            </a:r>
          </a:p>
          <a:p>
            <a:pPr algn="l">
              <a:spcAft>
                <a:spcPts val="0"/>
              </a:spcAft>
            </a:pPr>
            <a:r>
              <a:rPr lang="es-MX" sz="2300" b="1" dirty="0">
                <a:solidFill>
                  <a:srgbClr val="F0A8A8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</a:t>
            </a:r>
            <a:r>
              <a:rPr lang="es-MX" sz="23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olencia principal</a:t>
            </a:r>
          </a:p>
          <a:p>
            <a:pPr algn="l">
              <a:spcAft>
                <a:spcPts val="0"/>
              </a:spcAft>
            </a:pPr>
            <a:r>
              <a:rPr lang="es-MX" sz="2300" b="1" dirty="0">
                <a:solidFill>
                  <a:srgbClr val="F0A8A8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</a:t>
            </a:r>
            <a:r>
              <a:rPr lang="es-MX" sz="23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tecedentes específicos del caso</a:t>
            </a:r>
          </a:p>
          <a:p>
            <a:pPr algn="l">
              <a:spcAft>
                <a:spcPts val="0"/>
              </a:spcAft>
            </a:pPr>
            <a:r>
              <a:rPr lang="es-MX" sz="2300" b="1" dirty="0">
                <a:solidFill>
                  <a:srgbClr val="F0A8A8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</a:t>
            </a:r>
            <a:r>
              <a:rPr lang="es-MX" sz="23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dad</a:t>
            </a:r>
          </a:p>
          <a:p>
            <a:pPr algn="l">
              <a:spcAft>
                <a:spcPts val="0"/>
              </a:spcAft>
            </a:pPr>
            <a:r>
              <a:rPr lang="es-MX" sz="2300" b="1" dirty="0">
                <a:solidFill>
                  <a:srgbClr val="F0A8A8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</a:t>
            </a:r>
            <a:r>
              <a:rPr lang="es-MX" sz="23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alud anterior</a:t>
            </a:r>
          </a:p>
          <a:p>
            <a:pPr algn="l">
              <a:spcAft>
                <a:spcPts val="0"/>
              </a:spcAft>
            </a:pPr>
            <a:r>
              <a:rPr lang="es-MX" sz="2300" b="1" dirty="0">
                <a:solidFill>
                  <a:srgbClr val="F0A8A8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</a:t>
            </a:r>
            <a:r>
              <a:rPr lang="es-MX" sz="23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edicamentos</a:t>
            </a:r>
          </a:p>
          <a:p>
            <a:pPr algn="l">
              <a:spcAft>
                <a:spcPts val="0"/>
              </a:spcAft>
            </a:pPr>
            <a:r>
              <a:rPr lang="es-MX" sz="2300" b="1" dirty="0">
                <a:solidFill>
                  <a:srgbClr val="F0A8A8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</a:t>
            </a:r>
            <a:r>
              <a:rPr lang="es-MX" sz="23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lergias</a:t>
            </a:r>
          </a:p>
          <a:p>
            <a:endParaRPr lang="es-MX" dirty="0" sz="966"/>
          </a:p>
        </p:txBody>
      </p:sp>
      <p:pic>
        <p:nvPicPr>
          <p:cNvPr id="9" name="Marcador de contenido 8"/>
          <p:cNvPicPr>
            <a:picLocks noGrp="1" noChangeAspect="1"/>
          </p:cNvPicPr>
          <p:nvPr>
            <p:ph sz="quarter" idx="4"/>
          </p:nvPr>
        </p:nvPicPr>
        <p:blipFill>
          <a:blip r:embed="rIdL11n6"/>
          <a:stretch>
            <a:fillRect/>
          </a:stretch>
        </p:blipFill>
        <p:spPr>
          <a:xfrm>
            <a:off x="6294120" y="2289364"/>
            <a:ext cx="5486400" cy="3312543"/>
          </a:xfrm>
          <a:prstGeom prst="rect">
            <a:avLst/>
          </a:prstGeom>
        </p:spPr>
      </p:pic>
      <p:pic>
        <p:nvPicPr>
          <p:cNvPr id="14339" name="Logos K-9 ACC" descr="placa-principal.png"/>
          <p:cNvPicPr>
            <a:picLocks noChangeAspect="1"/>
          </p:cNvPicPr>
          <p:nvPr/>
        </p:nvPicPr>
        <p:blipFill>
          <a:blip r:embed="rIdL11n5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988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11n2" name="breeze.wav"/>
          </p:stSnd>
        </p:sndAc>
      </p:transition>
    </mc:Choice>
    <mc:Fallback xmlns="">
      <p:transition spd="slow">
        <p:sndAc>
          <p:stSnd>
            <p:snd r:embed="rIdL11n3" name="breeze.wav"/>
          </p:stSnd>
        </p:sndAc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12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indent="0" marL="0">
              <a:buNone/>
            </a:pPr>
            <a:r>
              <a:rPr lang="es-MX" sz="3000" b="1" dirty="0" cap="none">
                <a:solidFill>
                  <a:srgbClr val="F4F7FB"/>
                </a:solidFill>
                <a:latin typeface="Arial"/>
              </a:rPr>
              <a:t>UNIDAD 2.  APOYO VITAL BÁSICO</a:t>
            </a:r>
          </a:p>
        </p:txBody>
      </p:sp>
      <p:pic>
        <p:nvPicPr>
          <p:cNvPr id="11" name="banco" descr="4b2f0f33434323.jpg"/>
          <p:cNvPicPr>
            <a:picLocks noChangeAspect="1"/>
          </p:cNvPicPr>
          <p:nvPr/>
        </p:nvPicPr>
        <p:blipFill>
          <a:blip r:embed="rIdL12n6"/>
          <a:stretch>
            <a:fillRect/>
          </a:stretch>
        </p:blipFill>
        <p:spPr>
          <a:xfrm>
            <a:off x="4131183" y="1325880"/>
            <a:ext cx="3929634" cy="5239512"/>
          </a:xfrm>
          <a:prstGeom prst="rect">
            <a:avLst/>
          </a:prstGeom>
        </p:spPr>
      </p:pic>
      <p:pic>
        <p:nvPicPr>
          <p:cNvPr id="9" name="Logos K-9 ACC" descr="placa-principal.png"/>
          <p:cNvPicPr>
            <a:picLocks noChangeAspect="1"/>
          </p:cNvPicPr>
          <p:nvPr/>
        </p:nvPicPr>
        <p:blipFill>
          <a:blip r:embed="rIdL12n5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811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12n2" name="breeze.wav"/>
          </p:stSnd>
        </p:sndAc>
      </p:transition>
    </mc:Choice>
    <mc:Fallback xmlns="">
      <p:transition spd="slow">
        <p:sndAc>
          <p:stSnd>
            <p:snd r:embed="rIdL12n4" name="breeze.wav"/>
          </p:stSnd>
        </p:sndAc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13n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indent="0" marL="0">
              <a:buNone/>
            </a:pPr>
            <a:r>
              <a:rPr lang="es-MX" b="1" dirty="0" sz="3000" cap="none">
                <a:solidFill>
                  <a:srgbClr val="F4F7FB"/>
                </a:solidFill>
                <a:latin typeface="Arial"/>
              </a:rPr>
              <a:t>2.1 Atragantamiento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half" idx="2"/>
          </p:nvPr>
        </p:nvSpPr>
        <p:spPr>
          <a:xfrm>
            <a:off x="411480" y="2112135"/>
            <a:ext cx="5608320" cy="4453257"/>
          </a:xfrm>
        </p:spPr>
        <p:txBody>
          <a:bodyPr>
            <a:noAutofit/>
          </a:bodyPr>
          <a:lstStyle/>
          <a:p>
            <a:endParaRPr lang="es-MX" dirty="0" sz="1600">
              <a:solidFill>
                <a:schemeClr val="bg1"/>
              </a:solidFill>
            </a:endParaRPr>
          </a:p>
          <a:p>
            <a:r>
              <a:rPr lang="es-MX" sz="2600" b="1" dirty="0">
                <a:solidFill>
                  <a:schemeClr val="bg1"/>
                </a:solidFill>
              </a:rPr>
              <a:t>DEFINICIÓN</a:t>
            </a:r>
          </a:p>
          <a:p>
            <a:endParaRPr lang="es-MX" sz="1600" b="1" dirty="0">
              <a:solidFill>
                <a:schemeClr val="bg1"/>
              </a:solidFill>
            </a:endParaRPr>
          </a:p>
          <a:p>
            <a:r>
              <a:rPr lang="es-MX" sz="2600" b="1" dirty="0">
                <a:solidFill>
                  <a:schemeClr val="bg1"/>
                </a:solidFill>
              </a:rPr>
              <a:t>El atragantamiento parcial o total es una emergencia que puede causar la muerte en pocos minutos si no se actúa rápido.</a:t>
            </a:r>
          </a:p>
          <a:p>
            <a:endParaRPr lang="es-MX" dirty="0" sz="1600">
              <a:solidFill>
                <a:schemeClr val="bg1"/>
              </a:solidFill>
            </a:endParaRPr>
          </a:p>
          <a:p>
            <a:endParaRPr lang="es-MX" dirty="0" sz="1600">
              <a:solidFill>
                <a:schemeClr val="bg1"/>
              </a:solidFill>
            </a:endParaRPr>
          </a:p>
        </p:txBody>
      </p:sp>
      <p:pic>
        <p:nvPicPr>
          <p:cNvPr id="10" name="Logos K-9 ACC" descr="placa-principal.png"/>
          <p:cNvPicPr>
            <a:picLocks noChangeAspect="1"/>
          </p:cNvPicPr>
          <p:nvPr/>
        </p:nvPicPr>
        <p:blipFill>
          <a:blip r:embed="rIdL13n6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pic>
        <p:nvPicPr>
          <p:cNvPr id="11" name="original" descr="image.jpg"/>
          <p:cNvPicPr>
            <a:picLocks noChangeAspect="1"/>
          </p:cNvPicPr>
          <p:nvPr/>
        </p:nvPicPr>
        <p:blipFill>
          <a:blip r:embed="rIdL13n3"/>
          <a:stretch>
            <a:fillRect/>
          </a:stretch>
        </p:blipFill>
        <p:spPr>
          <a:xfrm>
            <a:off x="6294120" y="2673788"/>
            <a:ext cx="5486400" cy="254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755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13n2" name="breeze.wav"/>
          </p:stSnd>
        </p:sndAc>
      </p:transition>
    </mc:Choice>
    <mc:Fallback xmlns="">
      <p:transition spd="slow">
        <p:sndAc>
          <p:stSnd>
            <p:snd r:embed="rIdL13n5" name="breeze.wav"/>
          </p:stSnd>
        </p:sndAc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14n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s K-9 ACC" descr="placa-principal.png"/>
          <p:cNvPicPr>
            <a:picLocks noChangeAspect="1"/>
          </p:cNvPicPr>
          <p:nvPr/>
        </p:nvPicPr>
        <p:blipFill>
          <a:blip r:embed="rIdL14n10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sp>
        <p:nvSpPr>
          <p:cNvPr id="8" name="nuestro texto"/>
          <p:cNvSpPr txBox="1"/>
          <p:nvPr/>
        </p:nvSpPr>
        <p:spPr>
          <a:xfrm>
            <a:off x="1371600" y="146304"/>
            <a:ext cx="78638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rial"/>
              </a:rPr>
              <a:t>2.1.1 Atragantamiento parcial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51760"/>
            <a:ext cx="26974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uestro texto"/>
          <p:cNvSpPr txBox="1"/>
          <p:nvPr/>
        </p:nvSpPr>
        <p:spPr>
          <a:xfrm>
            <a:off x="594360" y="2971800"/>
            <a:ext cx="2423160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800" b="1">
                <a:solidFill>
                  <a:srgbClr val="0B2545"/>
                </a:solidFill>
                <a:latin typeface="Arial"/>
              </a:rPr>
              <a:t>Tos fuerte.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2651760"/>
            <a:ext cx="26974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uestro texto"/>
          <p:cNvSpPr txBox="1"/>
          <p:nvPr/>
        </p:nvSpPr>
        <p:spPr>
          <a:xfrm>
            <a:off x="3474720" y="2971800"/>
            <a:ext cx="2423160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800" b="1">
                <a:solidFill>
                  <a:srgbClr val="0B2545"/>
                </a:solidFill>
                <a:latin typeface="Arial"/>
              </a:rPr>
              <a:t>Su voz se escucha aunque tosa.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651760"/>
            <a:ext cx="26974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uestro texto"/>
          <p:cNvSpPr txBox="1"/>
          <p:nvPr/>
        </p:nvSpPr>
        <p:spPr>
          <a:xfrm>
            <a:off x="6355080" y="2971800"/>
            <a:ext cx="2423160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800" b="1">
                <a:solidFill>
                  <a:srgbClr val="0B2545"/>
                </a:solidFill>
                <a:latin typeface="Arial"/>
              </a:rPr>
              <a:t>Puede inhalar y exhalar.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2651760"/>
            <a:ext cx="26974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uestro texto"/>
          <p:cNvSpPr txBox="1"/>
          <p:nvPr/>
        </p:nvSpPr>
        <p:spPr>
          <a:xfrm>
            <a:off x="9235440" y="2971800"/>
            <a:ext cx="2423160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500" b="1">
                <a:solidFill>
                  <a:srgbClr val="0B2545"/>
                </a:solidFill>
                <a:latin typeface="Arial"/>
              </a:rPr>
              <a:t>Sólo debe expulsar el objeto que le obstruye.</a:t>
            </a:r>
          </a:p>
        </p:txBody>
      </p:sp>
    </p:spTree>
    <p:extLst>
      <p:ext uri="{BB962C8B-B14F-4D97-AF65-F5344CB8AC3E}">
        <p14:creationId xmlns:p14="http://schemas.microsoft.com/office/powerpoint/2010/main" val="2764538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14n2" name="breeze.wav"/>
          </p:stSnd>
        </p:sndAc>
      </p:transition>
    </mc:Choice>
    <mc:Fallback xmlns="">
      <p:transition spd="slow">
        <p:sndAc>
          <p:stSnd>
            <p:snd r:embed="rIdL14n9" name="breeze.wav"/>
          </p:stSnd>
        </p:sndAc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15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indent="0" marL="0">
              <a:buNone/>
            </a:pPr>
            <a:r>
              <a:rPr lang="es-MX" sz="3000" b="1" dirty="0" cap="none">
                <a:solidFill>
                  <a:srgbClr val="F4F7FB"/>
                </a:solidFill>
                <a:latin typeface="Arial"/>
              </a:rPr>
              <a:t>2.1.2 Atragantamiento total</a:t>
            </a:r>
          </a:p>
        </p:txBody>
      </p:sp>
      <p:sp>
        <p:nvSpPr>
          <p:cNvPr id="7" name="Marcador de texto 6"/>
          <p:cNvSpPr>
            <a:spLocks noGrp="1"/>
          </p:cNvSpPr>
          <p:nvPr>
            <p:ph type="body" sz="quarter" idx="3"/>
          </p:nvPr>
        </p:nvSpPr>
        <p:spPr>
          <a:xfrm>
            <a:off x="457200" y="1846052"/>
            <a:ext cx="4145280" cy="736282"/>
          </a:xfrm>
        </p:spPr>
        <p:txBody>
          <a:bodyPr>
            <a:noAutofit/>
          </a:bodyPr>
          <a:lstStyle/>
          <a:p>
            <a:r>
              <a:rPr lang="es-MX" dirty="0" sz="2300">
                <a:solidFill>
                  <a:schemeClr val="bg1"/>
                </a:solidFill>
              </a:rPr>
              <a:t>Características.</a:t>
            </a:r>
          </a:p>
        </p:txBody>
      </p:sp>
      <p:sp>
        <p:nvSpPr>
          <p:cNvPr id="8" name="Marcador de contenido 7"/>
          <p:cNvSpPr>
            <a:spLocks noGrp="1"/>
          </p:cNvSpPr>
          <p:nvPr>
            <p:ph sz="quarter" idx="4"/>
          </p:nvPr>
        </p:nvSpPr>
        <p:spPr>
          <a:xfrm>
            <a:off x="457200" y="2582334"/>
            <a:ext cx="4145280" cy="366323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s-MX" sz="2600" dirty="0">
                <a:solidFill>
                  <a:schemeClr val="bg1"/>
                </a:solidFill>
              </a:rPr>
              <a:t>La persona es capaz de hablar, respirar o toser.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s-MX" sz="2600" dirty="0">
                <a:solidFill>
                  <a:schemeClr val="bg1"/>
                </a:solidFill>
              </a:rPr>
              <a:t>La imagen muestra la postura universal de un atragantamiento total.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s-MX" sz="2600" dirty="0">
                <a:solidFill>
                  <a:schemeClr val="bg1"/>
                </a:solidFill>
              </a:rPr>
              <a:t>Aplicar maniobra de </a:t>
            </a:r>
            <a:r>
              <a:rPr lang="es-MX" sz="26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Heimlich.</a:t>
            </a:r>
            <a:endParaRPr lang="es-MX" sz="3200" dirty="0">
              <a:solidFill>
                <a:schemeClr val="bg1"/>
              </a:solidFill>
            </a:endParaRPr>
          </a:p>
        </p:txBody>
      </p:sp>
      <p:pic>
        <p:nvPicPr>
          <p:cNvPr id="9" name="Logos K-9 ACC" descr="placa-principal.png"/>
          <p:cNvPicPr>
            <a:picLocks noChangeAspect="1"/>
          </p:cNvPicPr>
          <p:nvPr/>
        </p:nvPicPr>
        <p:blipFill>
          <a:blip r:embed="rIdL15n5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pic>
        <p:nvPicPr>
          <p:cNvPr id="12" name="banco" descr="3l5m2133676l4w.jpg"/>
          <p:cNvPicPr>
            <a:picLocks noChangeAspect="1"/>
          </p:cNvPicPr>
          <p:nvPr/>
        </p:nvPicPr>
        <p:blipFill>
          <a:blip r:embed="rIdL15n6"/>
          <a:srcRect t="12653" b="12653"/>
          <a:stretch>
            <a:fillRect/>
          </a:stretch>
        </p:blipFill>
        <p:spPr>
          <a:xfrm>
            <a:off x="6294120" y="1385316"/>
            <a:ext cx="5486400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706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15n2" name="breeze.wav"/>
          </p:stSnd>
        </p:sndAc>
      </p:transition>
    </mc:Choice>
    <mc:Fallback xmlns="">
      <p:transition spd="slow">
        <p:sndAc>
          <p:stSnd>
            <p:snd r:embed="rIdL15n4" name="breeze.wav"/>
          </p:stSnd>
        </p:sndAc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16n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s K-9 ACC" descr="placa-principal.png"/>
          <p:cNvPicPr>
            <a:picLocks noChangeAspect="1"/>
          </p:cNvPicPr>
          <p:nvPr/>
        </p:nvPicPr>
        <p:blipFill>
          <a:blip r:embed="rIdL16n11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sp>
        <p:nvSpPr>
          <p:cNvPr id="9" name="nuestro texto"/>
          <p:cNvSpPr txBox="1"/>
          <p:nvPr/>
        </p:nvSpPr>
        <p:spPr>
          <a:xfrm>
            <a:off x="1371600" y="146304"/>
            <a:ext cx="78638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2.1.4 Técnica de “barrido” con el dedo (Procedimiento)</a:t>
            </a:r>
          </a:p>
        </p:txBody>
      </p:sp>
      <p:sp>
        <p:nvSpPr>
          <p:cNvPr id="10" name="nuestro caja flecha"/>
          <p:cNvSpPr/>
          <p:nvPr/>
        </p:nvSpPr>
        <p:spPr>
          <a:xfrm>
            <a:off x="365760" y="1828800"/>
            <a:ext cx="6949440" cy="4023360"/>
          </a:xfrm>
          <a:prstGeom prst="rightArrow">
            <a:avLst>
              <a:gd name="adj1" fmla="val 62000"/>
              <a:gd name="adj2" fmla="val 42000"/>
            </a:avLst>
          </a:prstGeom>
          <a:solidFill>
            <a:srgbClr val="F6DD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uestro caja"/>
          <p:cNvSpPr/>
          <p:nvPr/>
        </p:nvSpPr>
        <p:spPr>
          <a:xfrm>
            <a:off x="457200" y="2697480"/>
            <a:ext cx="2057400" cy="2286000"/>
          </a:xfrm>
          <a:prstGeom prst="roundRect">
            <a:avLst>
              <a:gd name="adj" fmla="val 18000"/>
            </a:avLst>
          </a:prstGeom>
          <a:solidFill>
            <a:srgbClr val="E07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Abrir boca de la víctima.</a:t>
            </a:r>
          </a:p>
        </p:txBody>
      </p:sp>
      <p:sp>
        <p:nvSpPr>
          <p:cNvPr id="12" name="nuestro caja"/>
          <p:cNvSpPr/>
          <p:nvPr/>
        </p:nvSpPr>
        <p:spPr>
          <a:xfrm>
            <a:off x="2651760" y="2697480"/>
            <a:ext cx="2057400" cy="2286000"/>
          </a:xfrm>
          <a:prstGeom prst="roundRect">
            <a:avLst>
              <a:gd name="adj" fmla="val 18000"/>
            </a:avLst>
          </a:prstGeom>
          <a:solidFill>
            <a:srgbClr val="E07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Detener la lengua y levantarla hacia arriba.</a:t>
            </a:r>
          </a:p>
        </p:txBody>
      </p:sp>
      <p:sp>
        <p:nvSpPr>
          <p:cNvPr id="13" name="nuestro caja"/>
          <p:cNvSpPr/>
          <p:nvPr/>
        </p:nvSpPr>
        <p:spPr>
          <a:xfrm>
            <a:off x="4846320" y="2697480"/>
            <a:ext cx="2057400" cy="2286000"/>
          </a:xfrm>
          <a:prstGeom prst="roundRect">
            <a:avLst>
              <a:gd name="adj" fmla="val 18000"/>
            </a:avLst>
          </a:prstGeom>
          <a:solidFill>
            <a:srgbClr val="E07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Retirar cualquier objeto que esté obstruyendo.</a:t>
            </a:r>
          </a:p>
        </p:txBody>
      </p:sp>
      <p:pic>
        <p:nvPicPr>
          <p:cNvPr id="14" name="original" descr="image.png"/>
          <p:cNvPicPr>
            <a:picLocks noChangeAspect="1"/>
          </p:cNvPicPr>
          <p:nvPr/>
        </p:nvPicPr>
        <p:blipFill>
          <a:blip r:embed="rIdL16n3"/>
          <a:stretch>
            <a:fillRect/>
          </a:stretch>
        </p:blipFill>
        <p:spPr>
          <a:xfrm>
            <a:off x="8869680" y="2286441"/>
            <a:ext cx="2910840" cy="2742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653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16n2" name="breeze.wav"/>
          </p:stSnd>
        </p:sndAc>
      </p:transition>
    </mc:Choice>
    <mc:Fallback xmlns="">
      <p:transition spd="slow">
        <p:sndAc>
          <p:stSnd>
            <p:snd r:embed="rIdL16n10" name="breeze.wav"/>
          </p:stSnd>
        </p:sndAc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17n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indent="0" marL="0">
              <a:buNone/>
            </a:pPr>
            <a:r>
              <a:rPr lang="es-MX" b="1" dirty="0" sz="3000" cap="none">
                <a:solidFill>
                  <a:srgbClr val="F4F7FB"/>
                </a:solidFill>
                <a:latin typeface="Arial"/>
              </a:rPr>
              <a:t>2.2 Paro cardiorrespiratorio</a:t>
            </a:r>
          </a:p>
        </p:txBody>
      </p:sp>
      <p:pic>
        <p:nvPicPr>
          <p:cNvPr id="8" name="Marcador de contenido 7"/>
          <p:cNvPicPr>
            <a:picLocks noGrp="1" noChangeAspect="1"/>
          </p:cNvPicPr>
          <p:nvPr>
            <p:ph sz="half" idx="2"/>
          </p:nvPr>
        </p:nvPicPr>
        <p:blipFill>
          <a:blip r:embed="rIdL17n3"/>
          <a:stretch>
            <a:fillRect/>
          </a:stretch>
        </p:blipFill>
        <p:spPr>
          <a:xfrm>
            <a:off x="411480" y="2165388"/>
            <a:ext cx="5486400" cy="3560495"/>
          </a:xfrm>
          <a:prstGeom prst="rect">
            <a:avLst/>
          </a:prstGeom>
        </p:spPr>
      </p:pic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>
            <a:noAutofit/>
          </a:bodyPr>
          <a:lstStyle/>
          <a:p>
            <a:r>
              <a:rPr lang="es-MX" sz="2800" b="1" dirty="0">
                <a:solidFill>
                  <a:schemeClr val="bg1"/>
                </a:solidFill>
              </a:rPr>
              <a:t>DEFINICION.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82333"/>
            <a:ext cx="5608320" cy="3983059"/>
          </a:xfrm>
        </p:spPr>
        <p:txBody>
          <a:bodyPr>
            <a:noAutofit/>
          </a:bodyPr>
          <a:lstStyle/>
          <a:p>
            <a:r>
              <a:rPr lang="es-MX" sz="2200" b="1" dirty="0">
                <a:solidFill>
                  <a:schemeClr val="bg1"/>
                </a:solidFill>
                <a:latin typeface="+mj-lt"/>
                <a:ea typeface="Calibri" panose="020F0502020204030204" pitchFamily="34" charset="0"/>
              </a:rPr>
              <a:t>Es la interrupción brusca, inesperada y reversible de la circulación y la respiración espontáneas. </a:t>
            </a:r>
            <a:endParaRPr lang="es-MX" sz="2800" b="1" dirty="0">
              <a:solidFill>
                <a:schemeClr val="bg1"/>
              </a:solidFill>
              <a:latin typeface="+mj-lt"/>
            </a:endParaRPr>
          </a:p>
          <a:p>
            <a:r>
              <a:rPr lang="es-MX" sz="2200" b="1" dirty="0">
                <a:solidFill>
                  <a:schemeClr val="bg1"/>
                </a:solidFill>
                <a:latin typeface="+mj-lt"/>
              </a:rPr>
              <a:t>Para revertir esta situación usted debe iniciar la re-animación cardiopulmonar mediante dos acciones: Ventilación asistida y compresiones torácicas.</a:t>
            </a:r>
          </a:p>
          <a:p>
            <a:endParaRPr lang="es-MX" dirty="0" sz="1400">
              <a:solidFill>
                <a:schemeClr val="bg1"/>
              </a:solidFill>
              <a:latin typeface="+mj-lt"/>
            </a:endParaRPr>
          </a:p>
          <a:p>
            <a:endParaRPr lang="es-MX" dirty="0" sz="1400">
              <a:solidFill>
                <a:schemeClr val="bg1"/>
              </a:solidFill>
            </a:endParaRPr>
          </a:p>
        </p:txBody>
      </p:sp>
      <p:pic>
        <p:nvPicPr>
          <p:cNvPr id="9" name="Logos K-9 ACC" descr="placa-principal.png"/>
          <p:cNvPicPr>
            <a:picLocks noChangeAspect="1"/>
          </p:cNvPicPr>
          <p:nvPr/>
        </p:nvPicPr>
        <p:blipFill>
          <a:blip r:embed="rIdL17n6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760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17n2" name="breeze.wav"/>
          </p:stSnd>
        </p:sndAc>
      </p:transition>
    </mc:Choice>
    <mc:Fallback xmlns="">
      <p:transition spd="slow">
        <p:sndAc>
          <p:stSnd>
            <p:snd r:embed="rIdL17n5" name="breeze.wav"/>
          </p:stSnd>
        </p:sndAc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18n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s K-9 ACC" descr="placa-principal.png"/>
          <p:cNvPicPr>
            <a:picLocks noChangeAspect="1"/>
          </p:cNvPicPr>
          <p:nvPr/>
        </p:nvPicPr>
        <p:blipFill>
          <a:blip r:embed="rIdL18n5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sp>
        <p:nvSpPr>
          <p:cNvPr id="10" name="nuestro texto"/>
          <p:cNvSpPr txBox="1"/>
          <p:nvPr/>
        </p:nvSpPr>
        <p:spPr>
          <a:xfrm>
            <a:off x="1371600" y="146304"/>
            <a:ext cx="78638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rial"/>
              </a:rPr>
              <a:t>30 x 5 = 150 = 2 min</a:t>
            </a:r>
          </a:p>
        </p:txBody>
      </p:sp>
      <p:sp>
        <p:nvSpPr>
          <p:cNvPr id="11" name="nuestro texto"/>
          <p:cNvSpPr txBox="1"/>
          <p:nvPr/>
        </p:nvSpPr>
        <p:spPr>
          <a:xfrm>
            <a:off x="548640" y="1463040"/>
            <a:ext cx="5120640" cy="4846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Arial"/>
              </a:rPr>
              <a:t>30 x 5</a:t>
            </a:r>
          </a:p>
          <a:p>
            <a:pPr algn="l"/>
            <a:r>
              <a:rPr sz="6600" b="1">
                <a:solidFill>
                  <a:srgbClr val="FFFFFF"/>
                </a:solidFill>
                <a:latin typeface="Arial"/>
              </a:rPr>
              <a:t>= 150</a:t>
            </a:r>
          </a:p>
          <a:p>
            <a:pPr algn="l"/>
            <a:r>
              <a:rPr sz="6600" b="1">
                <a:solidFill>
                  <a:srgbClr val="E8590C"/>
                </a:solidFill>
                <a:latin typeface="Arial"/>
              </a:rPr>
              <a:t>= 2 min</a:t>
            </a:r>
          </a:p>
        </p:txBody>
      </p:sp>
      <p:pic>
        <p:nvPicPr>
          <p:cNvPr id="14" name="banco" descr="6617092r030f53.jpg"/>
          <p:cNvPicPr>
            <a:picLocks noChangeAspect="1"/>
          </p:cNvPicPr>
          <p:nvPr/>
        </p:nvPicPr>
        <p:blipFill>
          <a:blip r:embed="rIdL18n6"/>
          <a:stretch>
            <a:fillRect/>
          </a:stretch>
        </p:blipFill>
        <p:spPr>
          <a:xfrm>
            <a:off x="7239983" y="1952655"/>
            <a:ext cx="3167953" cy="395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37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18n2" name="breeze.wav"/>
          </p:stSnd>
        </p:sndAc>
      </p:transition>
    </mc:Choice>
    <mc:Fallback xmlns="">
      <p:transition spd="slow">
        <p:sndAc>
          <p:stSnd>
            <p:snd r:embed="rIdL18n3" name="breeze.wav"/>
          </p:stSnd>
        </p:sndAc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19n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indent="0" marL="0">
              <a:buNone/>
            </a:pPr>
            <a:r>
              <a:rPr lang="es-MX" sz="3000" b="1" dirty="0" cap="none">
                <a:solidFill>
                  <a:srgbClr val="F4F7FB"/>
                </a:solidFill>
                <a:latin typeface="Arial"/>
              </a:rPr>
              <a:t>UNIDAD 3. HEMORRAGIAS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365760" y="1417320"/>
            <a:ext cx="5897880" cy="2377440"/>
          </a:xfrm>
        </p:spPr>
        <p:txBody>
          <a:bodyPr>
            <a:noAutofit/>
          </a:bodyPr>
          <a:lstStyle/>
          <a:p>
            <a:pPr algn="l">
              <a:spcAft>
                <a:spcPts val="0"/>
              </a:spcAft>
            </a:pPr>
            <a:r>
              <a:rPr lang="es-MX" sz="2300" dirty="0">
                <a:solidFill>
                  <a:schemeClr val="bg1"/>
                </a:solidFill>
              </a:rPr>
              <a:t>Concepto</a:t>
            </a:r>
            <a:r>
              <a:rPr lang="es-MX" sz="2300" dirty="0">
                <a:solidFill>
                  <a:schemeClr val="bg1"/>
                </a:solidFill>
                <a:latin typeface="Calibri Light" panose="020F0302020204030204"/>
              </a:rPr>
              <a:t>: </a:t>
            </a:r>
            <a:r>
              <a:rPr lang="es-MX" sz="2300" i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Hemorragia</a:t>
            </a:r>
            <a:r>
              <a:rPr lang="es-MX" sz="23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es aquella pérdida de continuidad de los vasos sanguíneos que ocasiona la salida de la sangre hacia un espacio distinto al que la contiene.</a:t>
            </a:r>
            <a:r>
              <a:rPr lang="es-MX" sz="23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</a:t>
            </a:r>
          </a:p>
          <a:p>
            <a:pPr algn="l"/>
            <a:endParaRPr lang="es-MX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400800" y="1463040"/>
            <a:ext cx="5303520" cy="717956"/>
          </a:xfrm>
        </p:spPr>
        <p:txBody>
          <a:bodyPr>
            <a:noAutofit/>
          </a:bodyPr>
          <a:lstStyle/>
          <a:p>
            <a:pPr algn="ctr"/>
            <a:r>
              <a:rPr lang="es-MX" dirty="0" sz="2800" b="1">
                <a:solidFill>
                  <a:schemeClr val="bg1"/>
                </a:solidFill>
              </a:rPr>
              <a:t>SE DIVIDEN EN</a:t>
            </a:r>
            <a:r>
              <a:rPr lang="es-MX" cap="none" dirty="0" sz="2800" b="1">
                <a:solidFill>
                  <a:schemeClr val="bg1"/>
                </a:solidFill>
                <a:latin typeface="Calibri Light" panose="020F0302020204030204"/>
              </a:rPr>
              <a:t>:</a:t>
            </a:r>
            <a:endParaRPr lang="es-MX" dirty="0">
              <a:solidFill>
                <a:schemeClr val="bg1"/>
              </a:solidFill>
            </a:endParaRP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L19n8"/>
          <a:stretch>
            <a:fillRect/>
          </a:stretch>
        </p:blipFill>
        <p:spPr>
          <a:xfrm>
            <a:off x="2298879" y="3765759"/>
            <a:ext cx="2133600" cy="2133600"/>
          </a:xfrm>
          <a:prstGeom prst="rect">
            <a:avLst/>
          </a:prstGeom>
        </p:spPr>
      </p:pic>
      <p:pic>
        <p:nvPicPr>
          <p:cNvPr id="14" name="Logos K-9 ACC" descr="placa-principal.png"/>
          <p:cNvPicPr>
            <a:picLocks noChangeAspect="1"/>
          </p:cNvPicPr>
          <p:nvPr/>
        </p:nvPicPr>
        <p:blipFill>
          <a:blip r:embed="rIdL19n11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sp>
        <p:nvSpPr>
          <p:cNvPr id="15" name="nuestro caja"/>
          <p:cNvSpPr/>
          <p:nvPr/>
        </p:nvSpPr>
        <p:spPr>
          <a:xfrm>
            <a:off x="6400800" y="2286000"/>
            <a:ext cx="2560320" cy="1371600"/>
          </a:xfrm>
          <a:prstGeom prst="leftArrow">
            <a:avLst/>
          </a:prstGeom>
          <a:solidFill>
            <a:srgbClr val="E07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Internas</a:t>
            </a:r>
          </a:p>
        </p:txBody>
      </p:sp>
      <p:sp>
        <p:nvSpPr>
          <p:cNvPr id="16" name="nuestro texto"/>
          <p:cNvSpPr txBox="1"/>
          <p:nvPr/>
        </p:nvSpPr>
        <p:spPr>
          <a:xfrm>
            <a:off x="6492240" y="384048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100" b="0">
                <a:solidFill>
                  <a:srgbClr val="E6EDF7"/>
                </a:solidFill>
                <a:latin typeface="Arial"/>
              </a:rPr>
              <a:t>La sangre se queda dentro del cuerpo: no se ve</a:t>
            </a:r>
          </a:p>
        </p:txBody>
      </p:sp>
      <p:sp>
        <p:nvSpPr>
          <p:cNvPr id="17" name="nuestro caja"/>
          <p:cNvSpPr/>
          <p:nvPr/>
        </p:nvSpPr>
        <p:spPr>
          <a:xfrm>
            <a:off x="9144000" y="2286000"/>
            <a:ext cx="2560320" cy="1371600"/>
          </a:xfrm>
          <a:prstGeom prst="rightArrow">
            <a:avLst/>
          </a:prstGeom>
          <a:solidFill>
            <a:srgbClr val="E07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Externas</a:t>
            </a:r>
          </a:p>
        </p:txBody>
      </p:sp>
      <p:sp>
        <p:nvSpPr>
          <p:cNvPr id="18" name="nuestro texto"/>
          <p:cNvSpPr txBox="1"/>
          <p:nvPr/>
        </p:nvSpPr>
        <p:spPr>
          <a:xfrm>
            <a:off x="9235440" y="384048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2100" b="0">
                <a:solidFill>
                  <a:srgbClr val="E6EDF7"/>
                </a:solidFill>
                <a:latin typeface="Arial"/>
              </a:rPr>
              <a:t>La sangre sale por una herida: sí se ve</a:t>
            </a:r>
          </a:p>
        </p:txBody>
      </p:sp>
    </p:spTree>
    <p:extLst>
      <p:ext uri="{BB962C8B-B14F-4D97-AF65-F5344CB8AC3E}">
        <p14:creationId xmlns:p14="http://schemas.microsoft.com/office/powerpoint/2010/main" val="2904196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19n2" name="breeze.wav"/>
          </p:stSnd>
        </p:sndAc>
      </p:transition>
    </mc:Choice>
    <mc:Fallback xmlns="">
      <p:transition spd="slow">
        <p:sndAc>
          <p:stSnd>
            <p:snd r:embed="rIdL19n10" name="breeze.wav"/>
          </p:stSnd>
        </p:sndAc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20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indent="0" marL="0">
              <a:buNone/>
            </a:pPr>
            <a:r>
              <a:rPr lang="es-MX" sz="2800" b="1" dirty="0" cap="none">
                <a:solidFill>
                  <a:srgbClr val="F4F7FB"/>
                </a:solidFill>
                <a:latin typeface="Arial"/>
              </a:rPr>
              <a:t>3.1Clasificación de las hemorragias externas</a:t>
            </a:r>
            <a:r>
              <a:rPr lang="es-MX" sz="2800" dirty="0" b="1" cap="none">
                <a:solidFill>
                  <a:srgbClr val="F4F7FB"/>
                </a:solidFill>
                <a:latin typeface="Arial"/>
              </a:rPr>
              <a:t>: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57200" y="2489510"/>
            <a:ext cx="3779520" cy="4063985"/>
          </a:xfrm>
        </p:spPr>
        <p:txBody>
          <a:bodyPr>
            <a:noAutofit/>
          </a:bodyPr>
          <a:lstStyle/>
          <a:p>
            <a:r>
              <a:rPr lang="es-MX" sz="1900" dirty="0">
                <a:solidFill>
                  <a:schemeClr val="bg1"/>
                </a:solidFill>
              </a:rPr>
              <a:t>Arterial. Salida de sangre color rojo brillante, salida abundante y fuerte que coincide con las pulsaciones o latidos.</a:t>
            </a:r>
          </a:p>
          <a:p>
            <a:r>
              <a:rPr lang="es-MX" sz="1900" dirty="0">
                <a:solidFill>
                  <a:schemeClr val="bg1"/>
                </a:solidFill>
              </a:rPr>
              <a:t>Venosa. Salida de sangre de color obscuro, flujo continuo y pausado.</a:t>
            </a:r>
          </a:p>
          <a:p>
            <a:r>
              <a:rPr lang="es-MX" sz="1900" dirty="0">
                <a:solidFill>
                  <a:schemeClr val="bg1"/>
                </a:solidFill>
              </a:rPr>
              <a:t>Capilar. Hemorragia superficial con salida de sangre escasa.</a:t>
            </a:r>
          </a:p>
          <a:p>
            <a:endParaRPr lang="es-MX" dirty="0" sz="1200">
              <a:solidFill>
                <a:schemeClr val="bg1"/>
              </a:solidFill>
            </a:endParaRPr>
          </a:p>
        </p:txBody>
      </p:sp>
      <p:pic>
        <p:nvPicPr>
          <p:cNvPr id="9" name="Logos K-9 ACC" descr="placa-principal.png"/>
          <p:cNvPicPr>
            <a:picLocks noChangeAspect="1"/>
          </p:cNvPicPr>
          <p:nvPr/>
        </p:nvPicPr>
        <p:blipFill>
          <a:blip r:embed="rIdL20n5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sp>
        <p:nvSpPr>
          <p:cNvPr id="10" name="Tarjeta"/>
          <p:cNvSpPr/>
          <p:nvPr/>
        </p:nvSpPr>
        <p:spPr>
          <a:xfrm>
            <a:off x="6294120" y="2749296"/>
            <a:ext cx="5486400" cy="2392680"/>
          </a:xfrm>
          <a:prstGeom prst="round2DiagRect">
            <a:avLst>
              <a:gd name="adj1" fmla="val 12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emorragias.png"/>
          <p:cNvPicPr>
            <a:picLocks noChangeAspect="1"/>
          </p:cNvPicPr>
          <p:nvPr/>
        </p:nvPicPr>
        <p:blipFill>
          <a:blip r:embed="rIdL20n6"/>
          <a:stretch>
            <a:fillRect/>
          </a:stretch>
        </p:blipFill>
        <p:spPr>
          <a:xfrm>
            <a:off x="6385560" y="2840736"/>
            <a:ext cx="530352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565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20n2" name="breeze.wav"/>
          </p:stSnd>
        </p:sndAc>
      </p:transition>
    </mc:Choice>
    <mc:Fallback xmlns="">
      <p:transition spd="slow">
        <p:sndAc>
          <p:stSnd>
            <p:snd r:embed="rIdL20n4" name="breeze.wav"/>
          </p:stSnd>
        </p:sndAc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21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indent="0" marL="0">
              <a:buNone/>
            </a:pPr>
            <a:r>
              <a:rPr lang="es-MX" dirty="0" sz="3000" b="1" cap="none">
                <a:solidFill>
                  <a:srgbClr val="F4F7FB"/>
                </a:solidFill>
                <a:latin typeface="Arial"/>
              </a:rPr>
              <a:t>3.2 Gravedad de las hemorragias</a:t>
            </a:r>
          </a:p>
        </p:txBody>
      </p:sp>
      <p:sp>
        <p:nvSpPr>
          <p:cNvPr id="8" name="Marcador de contenido 7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5605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dirty="0" sz="2000">
                <a:solidFill>
                  <a:schemeClr val="bg1"/>
                </a:solidFill>
              </a:rPr>
              <a:t>Estos son los factores que determinan la gravedad de una hemorragia.</a:t>
            </a:r>
          </a:p>
          <a:p>
            <a:pPr algn="l">
              <a:spcAft>
                <a:spcPts val="0"/>
              </a:spcAft>
            </a:pPr>
            <a:r>
              <a:rPr lang="es-MX" dirty="0" sz="10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s-MX" sz="1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spcAft>
                <a:spcPts val="0"/>
              </a:spcAft>
              <a:buFont typeface="+mj-lt"/>
              <a:buAutoNum type="alphaLcParenR"/>
            </a:pPr>
            <a:r>
              <a:rPr lang="es-MX" dirty="0" sz="20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Tipo y calibre del vaso lesionado.</a:t>
            </a:r>
            <a:endParaRPr lang="es-MX" sz="18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spcAft>
                <a:spcPts val="0"/>
              </a:spcAft>
              <a:buFont typeface="+mj-lt"/>
              <a:buAutoNum type="alphaLcParenR"/>
            </a:pPr>
            <a:r>
              <a:rPr lang="es-MX" dirty="0" sz="20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 la sangre fluye al interior o al exterior del organismo.</a:t>
            </a:r>
            <a:endParaRPr lang="es-MX" sz="18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spcAft>
                <a:spcPts val="0"/>
              </a:spcAft>
              <a:buFont typeface="+mj-lt"/>
              <a:buAutoNum type="alphaLcParenR"/>
            </a:pPr>
            <a:r>
              <a:rPr lang="es-MX" dirty="0" sz="20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Origen real de la hemorragia.</a:t>
            </a:r>
            <a:endParaRPr lang="es-MX" sz="18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spcAft>
                <a:spcPts val="0"/>
              </a:spcAft>
              <a:buFont typeface="+mj-lt"/>
              <a:buAutoNum type="alphaLcParenR"/>
            </a:pPr>
            <a:r>
              <a:rPr lang="es-MX" dirty="0" sz="20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Cantidad de sangre perdida.</a:t>
            </a:r>
            <a:endParaRPr lang="es-MX" sz="18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spcAft>
                <a:spcPts val="0"/>
              </a:spcAft>
              <a:buFont typeface="+mj-lt"/>
              <a:buAutoNum type="alphaLcParenR"/>
            </a:pPr>
            <a:r>
              <a:rPr lang="es-MX" dirty="0" sz="20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Edad y peso del paciente.</a:t>
            </a:r>
            <a:endParaRPr lang="es-MX" sz="18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spcAft>
                <a:spcPts val="0"/>
              </a:spcAft>
              <a:buFont typeface="+mj-lt"/>
              <a:buAutoNum type="alphaLcParenR"/>
            </a:pPr>
            <a:r>
              <a:rPr lang="es-MX" dirty="0" sz="20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Condición física y estado general del individuo.</a:t>
            </a:r>
            <a:endParaRPr lang="es-MX" sz="18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0"/>
              </a:spcAft>
            </a:pPr>
            <a:r>
              <a:rPr lang="es-MX" dirty="0" sz="10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</a:t>
            </a:r>
            <a:endParaRPr lang="es-MX" sz="1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s-MX" dirty="0" sz="100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s-MX" dirty="0" sz="1000">
              <a:solidFill>
                <a:schemeClr val="bg1"/>
              </a:solidFill>
            </a:endParaRPr>
          </a:p>
        </p:txBody>
      </p:sp>
      <p:pic>
        <p:nvPicPr>
          <p:cNvPr id="9" name="Logos K-9 ACC" descr="placa-principal.png"/>
          <p:cNvPicPr>
            <a:picLocks noChangeAspect="1"/>
          </p:cNvPicPr>
          <p:nvPr/>
        </p:nvPicPr>
        <p:blipFill>
          <a:blip r:embed="rIdL21n5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81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21n2" name="breeze.wav"/>
          </p:stSnd>
        </p:sndAc>
      </p:transition>
    </mc:Choice>
    <mc:Fallback xmlns="">
      <p:transition spd="slow">
        <p:sndAc>
          <p:stSnd>
            <p:snd r:embed="rIdL21n4" name="breeze.wav"/>
          </p:stSnd>
        </p:sndAc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22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s K-9 ACC" descr="placa-principal.png"/>
          <p:cNvPicPr>
            <a:picLocks noChangeAspect="1"/>
          </p:cNvPicPr>
          <p:nvPr/>
        </p:nvPicPr>
        <p:blipFill>
          <a:blip r:embed="rIdL22n5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sp>
        <p:nvSpPr>
          <p:cNvPr id="10" name="nuestro texto"/>
          <p:cNvSpPr txBox="1"/>
          <p:nvPr/>
        </p:nvSpPr>
        <p:spPr>
          <a:xfrm>
            <a:off x="1371600" y="146304"/>
            <a:ext cx="78638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3.3 Métodos de contención de hemorragias</a:t>
            </a:r>
          </a:p>
        </p:txBody>
      </p:sp>
      <p:sp>
        <p:nvSpPr>
          <p:cNvPr id="11" name="nuestro texto"/>
          <p:cNvSpPr txBox="1"/>
          <p:nvPr/>
        </p:nvSpPr>
        <p:spPr>
          <a:xfrm>
            <a:off x="457200" y="1371600"/>
            <a:ext cx="5562600" cy="5193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800" b="0">
                <a:solidFill>
                  <a:srgbClr val="FFFFFF"/>
                </a:solidFill>
                <a:latin typeface="Arial"/>
              </a:rPr>
              <a:t>•  Colocar al paciente en una posición cómoda.</a:t>
            </a:r>
          </a:p>
          <a:p>
            <a:pPr>
              <a:spcAft>
                <a:spcPts val="1000"/>
              </a:spcAft>
            </a:pPr>
            <a:r>
              <a:rPr sz="2800" b="0">
                <a:solidFill>
                  <a:srgbClr val="FFFFFF"/>
                </a:solidFill>
                <a:latin typeface="Arial"/>
              </a:rPr>
              <a:t>•  Controlar la hemorragia colocando una gasa o apósito seco y limpio comprimiendo firmemente con una mano. Si se llena de sangre poner encima de este unos seco.</a:t>
            </a:r>
          </a:p>
          <a:p>
            <a:pPr>
              <a:spcAft>
                <a:spcPts val="1000"/>
              </a:spcAft>
            </a:pPr>
            <a:r>
              <a:rPr sz="2800" b="0">
                <a:solidFill>
                  <a:srgbClr val="FFFFFF"/>
                </a:solidFill>
                <a:latin typeface="Arial"/>
              </a:rPr>
              <a:t>•  Elevación del miembro afectado por arriba del corazón.</a:t>
            </a:r>
          </a:p>
        </p:txBody>
      </p:sp>
      <p:pic>
        <p:nvPicPr>
          <p:cNvPr id="15" name="banco" descr="14272k5a4k1e2e.jpg"/>
          <p:cNvPicPr>
            <a:picLocks noChangeAspect="1"/>
          </p:cNvPicPr>
          <p:nvPr/>
        </p:nvPicPr>
        <p:blipFill>
          <a:blip r:embed="rIdL22n6"/>
          <a:stretch>
            <a:fillRect/>
          </a:stretch>
        </p:blipFill>
        <p:spPr>
          <a:xfrm>
            <a:off x="7330440" y="1385316"/>
            <a:ext cx="3413760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010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22n2" name="breeze.wav"/>
          </p:stSnd>
        </p:sndAc>
      </p:transition>
    </mc:Choice>
    <mc:Fallback xmlns="">
      <p:transition spd="slow">
        <p:sndAc>
          <p:stSnd>
            <p:snd r:embed="rIdL22n4" name="breeze.wav"/>
          </p:stSnd>
        </p:sndAc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L23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9" name="Logos K-9 ACC" descr="placa-principal.png"/>
          <p:cNvPicPr>
            <a:picLocks noChangeAspect="1"/>
          </p:cNvPicPr>
          <p:nvPr/>
        </p:nvPicPr>
        <p:blipFill>
          <a:blip r:embed="rIdL23n3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sp>
        <p:nvSpPr>
          <p:cNvPr id="10" name="nuestro texto"/>
          <p:cNvSpPr txBox="1"/>
          <p:nvPr/>
        </p:nvSpPr>
        <p:spPr>
          <a:xfrm>
            <a:off x="1371600" y="146304"/>
            <a:ext cx="78638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3.3 Métodos de contención de hemorragias (continuación)</a:t>
            </a:r>
          </a:p>
        </p:txBody>
      </p:sp>
      <p:sp>
        <p:nvSpPr>
          <p:cNvPr id="11" name="nuestro texto"/>
          <p:cNvSpPr txBox="1"/>
          <p:nvPr/>
        </p:nvSpPr>
        <p:spPr>
          <a:xfrm>
            <a:off x="457200" y="1371600"/>
            <a:ext cx="5562600" cy="5193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800" b="0">
                <a:solidFill>
                  <a:srgbClr val="FFFFFF"/>
                </a:solidFill>
                <a:latin typeface="Arial"/>
              </a:rPr>
              <a:t>•  Si persiste la hemorragia ejercer presión indirecta sobre el vaso sanguíneo que se encuentre anatómicamente más cercano al sitio afectado produciendo así una disminución del flujo sanguíneo.</a:t>
            </a:r>
          </a:p>
          <a:p>
            <a:pPr>
              <a:spcAft>
                <a:spcPts val="1000"/>
              </a:spcAft>
            </a:pPr>
            <a:r>
              <a:rPr sz="2800" b="0">
                <a:solidFill>
                  <a:srgbClr val="FFFFFF"/>
                </a:solidFill>
                <a:latin typeface="Arial"/>
              </a:rPr>
              <a:t>•  Mantener al paciente en calma y tranquilo.</a:t>
            </a:r>
          </a:p>
        </p:txBody>
      </p:sp>
      <p:pic>
        <p:nvPicPr>
          <p:cNvPr id="15" name="banco" descr="5k48430p0x5j24.jpg"/>
          <p:cNvPicPr>
            <a:picLocks noChangeAspect="1"/>
          </p:cNvPicPr>
          <p:nvPr/>
        </p:nvPicPr>
        <p:blipFill>
          <a:blip r:embed="rIdL23n4"/>
          <a:stretch>
            <a:fillRect/>
          </a:stretch>
        </p:blipFill>
        <p:spPr>
          <a:xfrm>
            <a:off x="7330440" y="1385316"/>
            <a:ext cx="34137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24n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Logos K-9 ACC" descr="placa-principal.png"/>
          <p:cNvPicPr>
            <a:picLocks noChangeAspect="1"/>
          </p:cNvPicPr>
          <p:nvPr/>
        </p:nvPicPr>
        <p:blipFill>
          <a:blip r:embed="rIdL24n5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sp>
        <p:nvSpPr>
          <p:cNvPr id="6148" name="nuestro texto"/>
          <p:cNvSpPr txBox="1"/>
          <p:nvPr/>
        </p:nvSpPr>
        <p:spPr>
          <a:xfrm>
            <a:off x="1371600" y="146304"/>
            <a:ext cx="78638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rial"/>
              </a:rPr>
              <a:t>Control de una hemorragia externa</a:t>
            </a:r>
          </a:p>
        </p:txBody>
      </p:sp>
      <p:pic>
        <p:nvPicPr>
          <p:cNvPr id="6151" name="banco" descr="3e1n6p0l3q7022.jpg"/>
          <p:cNvPicPr>
            <a:picLocks noChangeAspect="1"/>
          </p:cNvPicPr>
          <p:nvPr/>
        </p:nvPicPr>
        <p:blipFill>
          <a:blip r:embed="rIdL24n6"/>
          <a:stretch>
            <a:fillRect/>
          </a:stretch>
        </p:blipFill>
        <p:spPr>
          <a:xfrm>
            <a:off x="3999447" y="1325880"/>
            <a:ext cx="4193104" cy="523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219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24n2" name="breeze.wav"/>
          </p:stSnd>
        </p:sndAc>
      </p:transition>
    </mc:Choice>
    <mc:Fallback xmlns="">
      <p:transition spd="slow">
        <p:sndAc>
          <p:stSnd>
            <p:snd r:embed="rIdL24n3" name="breeze.wav"/>
          </p:stSnd>
        </p:sndAc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25n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Tarjeta"/>
          <p:cNvSpPr/>
          <p:nvPr/>
        </p:nvSpPr>
        <p:spPr>
          <a:xfrm>
            <a:off x="320040" y="1838495"/>
            <a:ext cx="5577626" cy="4214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L25n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1480" y="1929935"/>
            <a:ext cx="5394746" cy="403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173" name="Tarjeta"/>
          <p:cNvSpPr/>
          <p:nvPr/>
        </p:nvSpPr>
        <p:spPr>
          <a:xfrm>
            <a:off x="5989106" y="1838495"/>
            <a:ext cx="5882853" cy="4214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L25n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80546" y="1929935"/>
            <a:ext cx="5699973" cy="403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Logos K-9 ACC" descr="placa-principal.png"/>
          <p:cNvPicPr>
            <a:picLocks noChangeAspect="1"/>
          </p:cNvPicPr>
          <p:nvPr/>
        </p:nvPicPr>
        <p:blipFill>
          <a:blip r:embed="rIdL25n7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494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25n2" name="breeze.wav"/>
          </p:stSnd>
        </p:sndAc>
      </p:transition>
    </mc:Choice>
    <mc:Fallback xmlns="">
      <p:transition spd="slow">
        <p:sndAc>
          <p:stSnd>
            <p:snd r:embed="rIdL25n5" name="breeze.wav"/>
          </p:stSnd>
        </p:sndAc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26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Logos K-9 ACC" descr="placa-principal.png"/>
          <p:cNvPicPr>
            <a:picLocks noChangeAspect="1"/>
          </p:cNvPicPr>
          <p:nvPr/>
        </p:nvPicPr>
        <p:blipFill>
          <a:blip r:embed="rIdL26n5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sp>
        <p:nvSpPr>
          <p:cNvPr id="11" name="nuestro texto"/>
          <p:cNvSpPr txBox="1"/>
          <p:nvPr/>
        </p:nvSpPr>
        <p:spPr>
          <a:xfrm>
            <a:off x="1371600" y="146304"/>
            <a:ext cx="78638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rial"/>
              </a:rPr>
              <a:t>4. Estado de shock</a:t>
            </a:r>
          </a:p>
        </p:txBody>
      </p:sp>
      <p:sp>
        <p:nvSpPr>
          <p:cNvPr id="12" name="nuestro texto"/>
          <p:cNvSpPr txBox="1"/>
          <p:nvPr/>
        </p:nvSpPr>
        <p:spPr>
          <a:xfrm>
            <a:off x="457200" y="1463040"/>
            <a:ext cx="5577840" cy="4937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3200" b="1">
                <a:solidFill>
                  <a:srgbClr val="F2C14E"/>
                </a:solidFill>
                <a:latin typeface="Arial"/>
              </a:rPr>
              <a:t>Definición</a:t>
            </a:r>
          </a:p>
          <a:p>
            <a:pPr>
              <a:spcAft>
                <a:spcPts val="1000"/>
              </a:spcAft>
            </a:pPr>
            <a:r>
              <a:rPr sz="2800" b="0">
                <a:solidFill>
                  <a:srgbClr val="FFFFFF"/>
                </a:solidFill>
                <a:latin typeface="Arial"/>
              </a:rPr>
              <a:t>Disfunción grave y generalizada del flujo sanguíneo hacia los tejidos la cual al no ser tratada a tiempo puede desencadenar el mal funcionamiento del organismo el metabolismo y como consecuencia la muerte inminente del individuo.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463040"/>
            <a:ext cx="544068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uestro texto"/>
          <p:cNvSpPr txBox="1"/>
          <p:nvPr/>
        </p:nvSpPr>
        <p:spPr>
          <a:xfrm>
            <a:off x="6583680" y="1691640"/>
            <a:ext cx="4937760" cy="4572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C1121F"/>
                </a:solidFill>
                <a:latin typeface="Arial"/>
              </a:rPr>
              <a:t>Signos y síntomas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B2545"/>
                </a:solidFill>
                <a:latin typeface="Arial"/>
              </a:rPr>
              <a:t>•  Palidez.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B2545"/>
                </a:solidFill>
                <a:latin typeface="Arial"/>
              </a:rPr>
              <a:t>•  Disminución temperatura.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B2545"/>
                </a:solidFill>
                <a:latin typeface="Arial"/>
              </a:rPr>
              <a:t>•  Sudoración.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B2545"/>
                </a:solidFill>
                <a:latin typeface="Arial"/>
              </a:rPr>
              <a:t>•  Alteración del nivel de conciencia.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B2545"/>
                </a:solidFill>
                <a:latin typeface="Arial"/>
              </a:rPr>
              <a:t>•  Respiraciones rápidas y trabajosas.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B2545"/>
                </a:solidFill>
                <a:latin typeface="Arial"/>
              </a:rPr>
              <a:t>•  Pulso radial débil.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0B2545"/>
                </a:solidFill>
                <a:latin typeface="Arial"/>
              </a:rPr>
              <a:t>•  Llenado capilar mayor a 2 seg.</a:t>
            </a:r>
          </a:p>
        </p:txBody>
      </p:sp>
    </p:spTree>
    <p:extLst>
      <p:ext uri="{BB962C8B-B14F-4D97-AF65-F5344CB8AC3E}">
        <p14:creationId xmlns:p14="http://schemas.microsoft.com/office/powerpoint/2010/main" val="1226473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26n2" name="breeze.wav"/>
          </p:stSnd>
        </p:sndAc>
      </p:transition>
    </mc:Choice>
    <mc:Fallback xmlns="">
      <p:transition spd="slow">
        <p:sndAc>
          <p:stSnd>
            <p:snd r:embed="rIdL26n4" name="breeze.wav"/>
          </p:stSnd>
        </p:sndAc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27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0" name="Picture 5" descr="http://farm4.static.flickr.com/3603/5783166142_6c89351e43.jpg"/>
          <p:cNvPicPr>
            <a:picLocks noChangeAspect="1" noChangeArrowheads="1"/>
          </p:cNvPicPr>
          <p:nvPr/>
        </p:nvPicPr>
        <p:blipFill>
          <a:blip r:embed="rIdL27n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4120" y="2403957"/>
            <a:ext cx="5486400" cy="308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1" name="Rectangle 6"/>
          <p:cNvSpPr>
            <a:spLocks noGrp="1" noChangeArrowheads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indent="0" marL="0">
              <a:buNone/>
            </a:pPr>
            <a:r>
              <a:rPr lang="es-ES_tradnl" sz="3000" b="1" dirty="0" cap="none">
                <a:solidFill>
                  <a:srgbClr val="F4F7FB"/>
                </a:solidFill>
                <a:latin typeface="Arial"/>
              </a:rPr>
              <a:t>Choque Hipovolémico</a:t>
            </a:r>
          </a:p>
        </p:txBody>
      </p:sp>
      <p:sp>
        <p:nvSpPr>
          <p:cNvPr id="73732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876074" y="1954939"/>
            <a:ext cx="5143726" cy="4610453"/>
          </a:xfrm>
        </p:spPr>
        <p:txBody>
          <a:bodyPr>
            <a:noAutofit/>
          </a:bodyPr>
          <a:lstStyle/>
          <a:p>
            <a:pPr algn="ctr">
              <a:buFont typeface="Wingdings" pitchFamily="2" charset="2"/>
              <a:buNone/>
            </a:pPr>
            <a:r>
              <a:rPr lang="es-ES_tradnl" sz="280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	Obedece a la pérdida de líquidos corporales por tres causas:</a:t>
            </a:r>
          </a:p>
          <a:p>
            <a:pPr>
              <a:buClr>
                <a:srgbClr val="F2C14E"/>
              </a:buClr>
              <a:buSzPct val="90000"/>
              <a:buFont typeface="Wingdings 2" pitchFamily="18" charset="2"/>
              <a:buChar char="Ì"/>
            </a:pPr>
            <a:endParaRPr lang="es-ES_tradnl" sz="1400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buClr>
                <a:srgbClr val="F2C14E"/>
              </a:buClr>
              <a:buSzPct val="90000"/>
              <a:buFont typeface="Wingdings 2" pitchFamily="18" charset="2"/>
              <a:buChar char="Ì"/>
            </a:pPr>
            <a:r>
              <a:rPr lang="es-ES_tradnl" sz="280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Hemorragia externa</a:t>
            </a:r>
          </a:p>
          <a:p>
            <a:pPr>
              <a:buClr>
                <a:srgbClr val="F2C14E"/>
              </a:buClr>
              <a:buSzPct val="90000"/>
              <a:buFont typeface="Wingdings 2" pitchFamily="18" charset="2"/>
              <a:buChar char="Ì"/>
            </a:pPr>
            <a:endParaRPr lang="es-ES_tradnl" sz="1400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buClr>
                <a:srgbClr val="F2C14E"/>
              </a:buClr>
              <a:buSzPct val="90000"/>
              <a:buFont typeface="Wingdings 2" pitchFamily="18" charset="2"/>
              <a:buChar char="Ì"/>
            </a:pPr>
            <a:r>
              <a:rPr lang="es-ES_tradnl" sz="280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Hemorragia interna</a:t>
            </a:r>
          </a:p>
          <a:p>
            <a:pPr>
              <a:buClr>
                <a:srgbClr val="F2C14E"/>
              </a:buClr>
              <a:buSzPct val="90000"/>
              <a:buFont typeface="Wingdings 2" pitchFamily="18" charset="2"/>
              <a:buChar char="Ì"/>
            </a:pPr>
            <a:endParaRPr lang="es-ES_tradnl" sz="1400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buClr>
                <a:srgbClr val="F2C14E"/>
              </a:buClr>
              <a:buSzPct val="90000"/>
              <a:buFont typeface="Wingdings 2" pitchFamily="18" charset="2"/>
              <a:buChar char="Ì"/>
            </a:pPr>
            <a:r>
              <a:rPr lang="es-ES_tradnl" sz="280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Deshidratación</a:t>
            </a:r>
          </a:p>
        </p:txBody>
      </p:sp>
      <p:pic>
        <p:nvPicPr>
          <p:cNvPr id="73733" name="Logos K-9 ACC" descr="placa-principal.png"/>
          <p:cNvPicPr>
            <a:picLocks noChangeAspect="1"/>
          </p:cNvPicPr>
          <p:nvPr/>
        </p:nvPicPr>
        <p:blipFill>
          <a:blip r:embed="rIdL27n4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176461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28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indent="0" marL="0">
              <a:buClr>
                <a:schemeClr val="folHlink"/>
              </a:buClr>
              <a:buSzPct val="75000"/>
              <a:buFont typeface="Monotype Sorts"/>
              <a:buNone/>
            </a:pPr>
            <a:r>
              <a:rPr lang="es-ES_tradnl" sz="3000" b="1" i="1" dirty="0" cap="none">
                <a:solidFill>
                  <a:srgbClr val="F4F7FB"/>
                </a:solidFill>
                <a:latin typeface="Arial"/>
              </a:rPr>
              <a:t> </a:t>
            </a:r>
            <a:r>
              <a:rPr lang="es-ES_tradnl" sz="3000" b="1" dirty="0" cap="none">
                <a:solidFill>
                  <a:srgbClr val="F4F7FB"/>
                </a:solidFill>
                <a:latin typeface="Arial"/>
              </a:rPr>
              <a:t>Choque Cardiogénico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54480"/>
            <a:ext cx="5562600" cy="5010912"/>
          </a:xfrm>
          <a:noFill/>
        </p:spPr>
        <p:txBody>
          <a:bodyPr vert="horz" lIns="92075" tIns="46038" rIns="92075" bIns="46038" rtlCol="0" anchor="t">
            <a:noAutofit/>
          </a:bodyPr>
          <a:lstStyle/>
          <a:p>
            <a:pPr marL="571500" indent="0" algn="l">
              <a:buNone/>
            </a:pPr>
            <a:r>
              <a:rPr lang="es-ES_tradnl" sz="280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Es consecuencia de un funcionamiento inadecuado del corazón debido a padecimientos preexistentes.</a:t>
            </a:r>
          </a:p>
        </p:txBody>
      </p:sp>
      <p:pic>
        <p:nvPicPr>
          <p:cNvPr id="74758" name="Logos K-9 ACC" descr="placa-principal.png"/>
          <p:cNvPicPr>
            <a:picLocks noChangeAspect="1"/>
          </p:cNvPicPr>
          <p:nvPr/>
        </p:nvPicPr>
        <p:blipFill>
          <a:blip r:embed="rIdL28n3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sp>
        <p:nvSpPr>
          <p:cNvPr id="74759" name="Tarjeta"/>
          <p:cNvSpPr/>
          <p:nvPr/>
        </p:nvSpPr>
        <p:spPr>
          <a:xfrm>
            <a:off x="7299960" y="1385316"/>
            <a:ext cx="3474720" cy="5120640"/>
          </a:xfrm>
          <a:prstGeom prst="round2DiagRect">
            <a:avLst>
              <a:gd name="adj1" fmla="val 12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</a:p>
        </p:txBody>
      </p:sp>
      <p:pic>
        <p:nvPicPr>
          <p:cNvPr id="74761" name="banco" descr="6g2q35236i4o6d.jpg"/>
          <p:cNvPicPr>
            <a:picLocks noChangeAspect="1"/>
          </p:cNvPicPr>
          <p:nvPr/>
        </p:nvPicPr>
        <p:blipFill>
          <a:blip r:embed="rIdL28n4"/>
          <a:stretch>
            <a:fillRect/>
          </a:stretch>
        </p:blipFill>
        <p:spPr>
          <a:xfrm>
            <a:off x="7391400" y="1476756"/>
            <a:ext cx="3291840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942590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29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6"/>
          <p:cNvSpPr>
            <a:spLocks noGrp="1" noChangeArrowheads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indent="0" marL="0">
              <a:buNone/>
            </a:pPr>
            <a:r>
              <a:rPr lang="es-ES_tradnl" sz="3000" b="1" dirty="0" cap="none">
                <a:solidFill>
                  <a:srgbClr val="F4F7FB"/>
                </a:solidFill>
                <a:latin typeface="Arial"/>
              </a:rPr>
              <a:t>Choque </a:t>
            </a:r>
            <a:r>
              <a:rPr lang="es-ES_tradnl" sz="3000" b="1" dirty="0" err="1" cap="none">
                <a:solidFill>
                  <a:srgbClr val="F4F7FB"/>
                </a:solidFill>
                <a:latin typeface="Arial"/>
              </a:rPr>
              <a:t>Neurogénico</a:t>
            </a:r>
            <a:endParaRPr lang="es-ES_tradnl" sz="3600" b="1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57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57200" y="1554480"/>
            <a:ext cx="5562600" cy="5010912"/>
          </a:xfrm>
        </p:spPr>
        <p:txBody>
          <a:bodyPr anchor="t">
            <a:noAutofit/>
          </a:bodyPr>
          <a:lstStyle/>
          <a:p>
            <a:pPr algn="l">
              <a:buFont typeface="Wingdings" pitchFamily="2" charset="2"/>
              <a:buNone/>
            </a:pPr>
            <a:r>
              <a:rPr lang="es-ES_tradnl" sz="280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	Lo provoca la pérdida del control del sistema nervioso cuando la médula espinal es lesionada.</a:t>
            </a:r>
          </a:p>
        </p:txBody>
      </p:sp>
      <p:pic>
        <p:nvPicPr>
          <p:cNvPr id="75781" name="Logos K-9 ACC" descr="placa-principal.png"/>
          <p:cNvPicPr>
            <a:picLocks noChangeAspect="1"/>
          </p:cNvPicPr>
          <p:nvPr/>
        </p:nvPicPr>
        <p:blipFill>
          <a:blip r:embed="rIdL29n3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sp>
        <p:nvSpPr>
          <p:cNvPr id="75782" name="Tarjeta"/>
          <p:cNvSpPr/>
          <p:nvPr/>
        </p:nvSpPr>
        <p:spPr>
          <a:xfrm>
            <a:off x="7299960" y="1385316"/>
            <a:ext cx="3474720" cy="5120640"/>
          </a:xfrm>
          <a:prstGeom prst="round2DiagRect">
            <a:avLst>
              <a:gd name="adj1" fmla="val 12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</a:p>
        </p:txBody>
      </p:sp>
      <p:pic>
        <p:nvPicPr>
          <p:cNvPr id="75784" name="banco" descr="0b5a6t176o0f18.jpg"/>
          <p:cNvPicPr>
            <a:picLocks noChangeAspect="1"/>
          </p:cNvPicPr>
          <p:nvPr/>
        </p:nvPicPr>
        <p:blipFill>
          <a:blip r:embed="rIdL29n4"/>
          <a:stretch>
            <a:fillRect/>
          </a:stretch>
        </p:blipFill>
        <p:spPr>
          <a:xfrm>
            <a:off x="7391400" y="1476756"/>
            <a:ext cx="3291840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206613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30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9"/>
          <p:cNvSpPr>
            <a:spLocks noGrp="1" noChangeArrowheads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indent="0" marL="0">
              <a:buNone/>
            </a:pPr>
            <a:r>
              <a:rPr lang="es-ES_tradnl" sz="3000" b="1" dirty="0" cap="none">
                <a:solidFill>
                  <a:srgbClr val="F4F7FB"/>
                </a:solidFill>
                <a:latin typeface="Arial"/>
              </a:rPr>
              <a:t>Choque Anafiláctico</a:t>
            </a:r>
          </a:p>
        </p:txBody>
      </p:sp>
      <p:sp>
        <p:nvSpPr>
          <p:cNvPr id="76803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457200" y="1554480"/>
            <a:ext cx="5562600" cy="5010912"/>
          </a:xfrm>
        </p:spPr>
        <p:txBody>
          <a:bodyPr anchor="t">
            <a:noAutofit/>
          </a:bodyPr>
          <a:lstStyle/>
          <a:p>
            <a:pPr algn="l">
              <a:buFont typeface="Wingdings" pitchFamily="2" charset="2"/>
              <a:buNone/>
            </a:pPr>
            <a:r>
              <a:rPr lang="es-ES_tradnl" sz="280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	Se produce cuando una persona tiene contacto con alguna sustancia a la que es alérgica en extremo y provoca una reacción violenta en el organismo.   </a:t>
            </a:r>
          </a:p>
          <a:p>
            <a:pPr algn="l"/>
            <a:endParaRPr lang="es-ES_tradnl" sz="1200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76805" name="Logos K-9 ACC" descr="placa-principal.png"/>
          <p:cNvPicPr>
            <a:picLocks noChangeAspect="1"/>
          </p:cNvPicPr>
          <p:nvPr/>
        </p:nvPicPr>
        <p:blipFill>
          <a:blip r:embed="rIdL30n3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sp>
        <p:nvSpPr>
          <p:cNvPr id="76806" name="Tarjeta"/>
          <p:cNvSpPr/>
          <p:nvPr/>
        </p:nvSpPr>
        <p:spPr>
          <a:xfrm>
            <a:off x="6294120" y="1385316"/>
            <a:ext cx="5486400" cy="5120640"/>
          </a:xfrm>
          <a:prstGeom prst="round2DiagRect">
            <a:avLst>
              <a:gd name="adj1" fmla="val 12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</a:p>
        </p:txBody>
      </p:sp>
      <p:pic>
        <p:nvPicPr>
          <p:cNvPr id="76808" name="banco" descr="4a5g2k562o4d0v.jpg"/>
          <p:cNvPicPr>
            <a:picLocks noChangeAspect="1"/>
          </p:cNvPicPr>
          <p:nvPr/>
        </p:nvPicPr>
        <p:blipFill>
          <a:blip r:embed="rIdL30n4"/>
          <a:srcRect t="12745" b="12745"/>
          <a:stretch>
            <a:fillRect/>
          </a:stretch>
        </p:blipFill>
        <p:spPr>
          <a:xfrm>
            <a:off x="6385560" y="1476756"/>
            <a:ext cx="5303520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26770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31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indent="0" marL="0">
              <a:buClr>
                <a:schemeClr val="folHlink"/>
              </a:buClr>
              <a:buSzPct val="75000"/>
              <a:buFont typeface="Monotype Sorts"/>
              <a:buNone/>
            </a:pPr>
            <a:r>
              <a:rPr lang="es-ES_tradnl" b="1" i="1" dirty="0" sz="3000" cap="none">
                <a:solidFill>
                  <a:srgbClr val="F4F7FB"/>
                </a:solidFill>
                <a:latin typeface="Arial"/>
              </a:rPr>
              <a:t>Choque Séptico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54480"/>
            <a:ext cx="5562600" cy="5010912"/>
          </a:xfrm>
          <a:noFill/>
        </p:spPr>
        <p:txBody>
          <a:bodyPr vert="horz" lIns="92075" tIns="46038" rIns="92075" bIns="46038" rtlCol="0" anchor="t">
            <a:noAutofit/>
          </a:bodyPr>
          <a:lstStyle/>
          <a:p>
            <a:pPr marL="0" indent="0" algn="l">
              <a:buNone/>
            </a:pPr>
            <a:r>
              <a:rPr lang="es-ES_tradnl" sz="2800" dirty="0">
                <a:solidFill>
                  <a:schemeClr val="bg1"/>
                </a:solidFill>
                <a:latin typeface="Arial" pitchFamily="34" charset="0"/>
              </a:rPr>
              <a:t>Ocurre en caso de infección grave, cuando las toxinas se incorporan al torrente sanguíneo afectando la circulación.</a:t>
            </a:r>
          </a:p>
        </p:txBody>
      </p:sp>
      <p:pic>
        <p:nvPicPr>
          <p:cNvPr id="77829" name="Logos K-9 ACC" descr="placa-principal.png"/>
          <p:cNvPicPr>
            <a:picLocks noChangeAspect="1"/>
          </p:cNvPicPr>
          <p:nvPr/>
        </p:nvPicPr>
        <p:blipFill>
          <a:blip r:embed="rIdL31n3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sp>
        <p:nvSpPr>
          <p:cNvPr id="77830" name="Tarjeta"/>
          <p:cNvSpPr/>
          <p:nvPr/>
        </p:nvSpPr>
        <p:spPr>
          <a:xfrm>
            <a:off x="7299960" y="1385316"/>
            <a:ext cx="3474720" cy="5120640"/>
          </a:xfrm>
          <a:prstGeom prst="round2DiagRect">
            <a:avLst>
              <a:gd name="adj1" fmla="val 12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</a:p>
        </p:txBody>
      </p:sp>
      <p:pic>
        <p:nvPicPr>
          <p:cNvPr id="77832" name="banco" descr="0v3d6p10026k1a.jpg"/>
          <p:cNvPicPr>
            <a:picLocks noChangeAspect="1"/>
          </p:cNvPicPr>
          <p:nvPr/>
        </p:nvPicPr>
        <p:blipFill>
          <a:blip r:embed="rIdL31n4"/>
          <a:stretch>
            <a:fillRect/>
          </a:stretch>
        </p:blipFill>
        <p:spPr>
          <a:xfrm>
            <a:off x="7391400" y="1476756"/>
            <a:ext cx="3291840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292890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32n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indent="0" marL="0">
              <a:buNone/>
            </a:pPr>
            <a:r>
              <a:rPr lang="es-MX" sz="2800" b="1" dirty="0" cap="none">
                <a:solidFill>
                  <a:srgbClr val="F4F7FB"/>
                </a:solidFill>
                <a:latin typeface="Arial"/>
              </a:rPr>
              <a:t>4.1 Tratamiento de emergencia del estado de Shock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2"/>
          </p:nvPr>
        </p:nvSpPr>
        <p:spPr>
          <a:xfrm>
            <a:off x="411480" y="1737359"/>
            <a:ext cx="5608320" cy="4937761"/>
          </a:xfrm>
        </p:spPr>
        <p:txBody>
          <a:bodyPr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endParaRPr lang="es-MX" sz="1105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spcAft>
                <a:spcPts val="0"/>
              </a:spcAft>
              <a:buFont typeface="+mj-lt"/>
              <a:buAutoNum type="alphaLcParenR"/>
            </a:pPr>
            <a:r>
              <a:rPr lang="es-MX" sz="18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Efectuar la valuación inicial.</a:t>
            </a:r>
            <a:endParaRPr lang="es-MX" sz="2600" b="1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spcAft>
                <a:spcPts val="0"/>
              </a:spcAft>
              <a:buFont typeface="+mj-lt"/>
              <a:buAutoNum type="alphaLcParenR"/>
            </a:pPr>
            <a:r>
              <a:rPr lang="es-MX" sz="18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Activar el servicio médico de urgencia.</a:t>
            </a:r>
            <a:endParaRPr lang="es-MX" sz="2600" b="1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spcAft>
                <a:spcPts val="0"/>
              </a:spcAft>
              <a:buFont typeface="+mj-lt"/>
              <a:buAutoNum type="alphaLcParenR"/>
            </a:pPr>
            <a:r>
              <a:rPr lang="es-MX" sz="18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Mantener una vía aérea permeable y favorecer la respiración.</a:t>
            </a:r>
            <a:endParaRPr lang="es-MX" sz="2600" b="1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spcAft>
                <a:spcPts val="0"/>
              </a:spcAft>
              <a:buFont typeface="+mj-lt"/>
              <a:buAutoNum type="alphaLcParenR"/>
            </a:pPr>
            <a:r>
              <a:rPr lang="es-MX" sz="18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Controlar las hemorragias.</a:t>
            </a:r>
            <a:endParaRPr lang="es-MX" sz="2600" b="1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spcAft>
                <a:spcPts val="0"/>
              </a:spcAft>
              <a:buFont typeface="+mj-lt"/>
              <a:buAutoNum type="alphaLcParenR"/>
            </a:pPr>
            <a:r>
              <a:rPr lang="es-MX" sz="18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Colocar al paciente con los pies elevados 30 cm. por arriba del nivel de la cabeza en posición que se conoce como Trendelemburg.</a:t>
            </a:r>
            <a:endParaRPr lang="es-MX" sz="2600" b="1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spcAft>
                <a:spcPts val="0"/>
              </a:spcAft>
              <a:buFont typeface="+mj-lt"/>
              <a:buAutoNum type="alphaLcParenR"/>
            </a:pPr>
            <a:r>
              <a:rPr lang="es-MX" sz="18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Cubrir al paciente.</a:t>
            </a:r>
          </a:p>
          <a:p>
            <a:pPr marL="342900" lvl="0" indent="-342900" algn="l">
              <a:spcAft>
                <a:spcPts val="0"/>
              </a:spcAft>
              <a:buFont typeface="+mj-lt"/>
              <a:buAutoNum type="alphaLcParenR"/>
            </a:pPr>
            <a:r>
              <a:rPr lang="es-MX" sz="18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Tratar de mantener consciente al paciente. </a:t>
            </a:r>
          </a:p>
          <a:p>
            <a:pPr marL="342900" lvl="0" indent="-342900" algn="l">
              <a:spcAft>
                <a:spcPts val="0"/>
              </a:spcAft>
              <a:buFont typeface="+mj-lt"/>
              <a:buAutoNum type="alphaLcParenR"/>
            </a:pPr>
            <a:r>
              <a:rPr lang="es-MX" sz="18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Traslado rápido al hospital.  </a:t>
            </a:r>
            <a:endParaRPr lang="es-MX" sz="2600" b="1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0"/>
              </a:spcAft>
            </a:pPr>
            <a:r>
              <a:rPr lang="es-MX" sz="9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s-MX" sz="1105" b="1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MX" dirty="0" sz="1105">
              <a:solidFill>
                <a:schemeClr val="bg1"/>
              </a:solidFill>
            </a:endParaRPr>
          </a:p>
        </p:txBody>
      </p:sp>
      <p:pic>
        <p:nvPicPr>
          <p:cNvPr id="8" name="Marcador de contenido 7"/>
          <p:cNvPicPr>
            <a:picLocks noGrp="1" noChangeAspect="1"/>
          </p:cNvPicPr>
          <p:nvPr>
            <p:ph sz="quarter" idx="4"/>
          </p:nvPr>
        </p:nvPicPr>
        <p:blipFill>
          <a:blip r:embed="rIdL32n3"/>
          <a:stretch>
            <a:fillRect/>
          </a:stretch>
        </p:blipFill>
        <p:spPr>
          <a:xfrm>
            <a:off x="6294120" y="2510393"/>
            <a:ext cx="5486400" cy="2870484"/>
          </a:xfrm>
          <a:prstGeom prst="rect">
            <a:avLst/>
          </a:prstGeom>
        </p:spPr>
      </p:pic>
      <p:pic>
        <p:nvPicPr>
          <p:cNvPr id="9" name="Logos K-9 ACC" descr="placa-principal.png"/>
          <p:cNvPicPr>
            <a:picLocks noChangeAspect="1"/>
          </p:cNvPicPr>
          <p:nvPr/>
        </p:nvPicPr>
        <p:blipFill>
          <a:blip r:embed="rIdL32n6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882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32n2" name="breeze.wav"/>
          </p:stSnd>
        </p:sndAc>
      </p:transition>
    </mc:Choice>
    <mc:Fallback xmlns="">
      <p:transition spd="slow">
        <p:sndAc>
          <p:stSnd>
            <p:snd r:embed="rIdL32n5" name="breeze.wav"/>
          </p:stSnd>
        </p:sndAc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33n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s K-9 ACC" descr="placa-principal.png"/>
          <p:cNvPicPr>
            <a:picLocks noChangeAspect="1"/>
          </p:cNvPicPr>
          <p:nvPr/>
        </p:nvPicPr>
        <p:blipFill>
          <a:blip r:embed="rIdL33n10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sp>
        <p:nvSpPr>
          <p:cNvPr id="6" name="nuestro texto"/>
          <p:cNvSpPr txBox="1"/>
          <p:nvPr/>
        </p:nvSpPr>
        <p:spPr>
          <a:xfrm>
            <a:off x="1371600" y="146304"/>
            <a:ext cx="78638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Unidad 5. Esguinces, luxaciones y fracturas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661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uestro caja"/>
          <p:cNvSpPr/>
          <p:nvPr/>
        </p:nvSpPr>
        <p:spPr>
          <a:xfrm>
            <a:off x="457200" y="1554480"/>
            <a:ext cx="3566160" cy="1005840"/>
          </a:xfrm>
          <a:prstGeom prst="roundRect">
            <a:avLst>
              <a:gd name="adj" fmla="val 18000"/>
            </a:avLst>
          </a:prstGeom>
          <a:solidFill>
            <a:srgbClr val="E07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Esguince</a:t>
            </a:r>
          </a:p>
        </p:txBody>
      </p:sp>
      <p:sp>
        <p:nvSpPr>
          <p:cNvPr id="9" name="nuestro texto"/>
          <p:cNvSpPr txBox="1"/>
          <p:nvPr/>
        </p:nvSpPr>
        <p:spPr>
          <a:xfrm>
            <a:off x="731520" y="2834640"/>
            <a:ext cx="3017520" cy="3108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800" b="0">
                <a:solidFill>
                  <a:srgbClr val="0B2545"/>
                </a:solidFill>
                <a:latin typeface="Arial"/>
              </a:rPr>
              <a:t>Ruptura de los ligamentos articulares.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554480"/>
            <a:ext cx="35661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uestro caja"/>
          <p:cNvSpPr/>
          <p:nvPr/>
        </p:nvSpPr>
        <p:spPr>
          <a:xfrm>
            <a:off x="4297680" y="1554480"/>
            <a:ext cx="3566160" cy="1005840"/>
          </a:xfrm>
          <a:prstGeom prst="roundRect">
            <a:avLst>
              <a:gd name="adj" fmla="val 18000"/>
            </a:avLst>
          </a:prstGeom>
          <a:solidFill>
            <a:srgbClr val="E07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Luxación</a:t>
            </a:r>
          </a:p>
        </p:txBody>
      </p:sp>
      <p:sp>
        <p:nvSpPr>
          <p:cNvPr id="12" name="nuestro texto"/>
          <p:cNvSpPr txBox="1"/>
          <p:nvPr/>
        </p:nvSpPr>
        <p:spPr>
          <a:xfrm>
            <a:off x="4572000" y="2834640"/>
            <a:ext cx="3017520" cy="3108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800" b="0">
                <a:solidFill>
                  <a:srgbClr val="0B2545"/>
                </a:solidFill>
                <a:latin typeface="Arial"/>
              </a:rPr>
              <a:t>Pérdida de contacto entre los huesos de la articulación; se conoce como dislocación.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554480"/>
            <a:ext cx="35661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uestro caja"/>
          <p:cNvSpPr/>
          <p:nvPr/>
        </p:nvSpPr>
        <p:spPr>
          <a:xfrm>
            <a:off x="8138160" y="1554480"/>
            <a:ext cx="3566160" cy="1005840"/>
          </a:xfrm>
          <a:prstGeom prst="roundRect">
            <a:avLst>
              <a:gd name="adj" fmla="val 18000"/>
            </a:avLst>
          </a:prstGeom>
          <a:solidFill>
            <a:srgbClr val="E07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Fractura</a:t>
            </a:r>
          </a:p>
        </p:txBody>
      </p:sp>
      <p:sp>
        <p:nvSpPr>
          <p:cNvPr id="15" name="nuestro texto"/>
          <p:cNvSpPr txBox="1"/>
          <p:nvPr/>
        </p:nvSpPr>
        <p:spPr>
          <a:xfrm>
            <a:off x="8412480" y="2834640"/>
            <a:ext cx="3017520" cy="3108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800" b="0">
                <a:solidFill>
                  <a:srgbClr val="0B2545"/>
                </a:solidFill>
                <a:latin typeface="Arial"/>
              </a:rPr>
              <a:t>Pérdida de la continuidad del tejido óseo.</a:t>
            </a:r>
          </a:p>
        </p:txBody>
      </p:sp>
    </p:spTree>
    <p:extLst>
      <p:ext uri="{BB962C8B-B14F-4D97-AF65-F5344CB8AC3E}">
        <p14:creationId xmlns:p14="http://schemas.microsoft.com/office/powerpoint/2010/main" val="280316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33n2" name="breeze.wav"/>
          </p:stSnd>
        </p:sndAc>
      </p:transition>
    </mc:Choice>
    <mc:Fallback xmlns="">
      <p:transition spd="slow">
        <p:sndAc>
          <p:stSnd>
            <p:snd r:embed="rIdL33n9" name="breeze.wav"/>
          </p:stSnd>
        </p:sndAc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34n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57200" y="1207008"/>
            <a:ext cx="3962400" cy="4838816"/>
          </a:xfrm>
          <a:prstGeom prst="rect">
            <a:avLst/>
          </a:prstGeom>
        </p:spPr>
        <p:txBody>
          <a:bodyPr vert="horz" lIns="0" tIns="43768" rIns="0" bIns="43768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1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723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34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34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34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34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34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34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34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4100" b="1" dirty="0">
                <a:solidFill>
                  <a:schemeClr val="bg1"/>
                </a:solidFill>
              </a:rPr>
              <a:t>FRACTURA:</a:t>
            </a:r>
            <a:endParaRPr lang="es-ES" sz="3063" b="1" dirty="0">
              <a:solidFill>
                <a:schemeClr val="bg1"/>
              </a:solidFill>
            </a:endParaRPr>
          </a:p>
          <a:p>
            <a:r>
              <a:rPr lang="es-ES" sz="2800" dirty="0">
                <a:solidFill>
                  <a:schemeClr val="bg1"/>
                </a:solidFill>
              </a:rPr>
              <a:t>Es la perdida en la continuidad de un tejido óseo o hueso, incluyen huesos agrietados, astillados o completamente rotos.</a:t>
            </a:r>
          </a:p>
          <a:p>
            <a:endParaRPr lang="es-ES" sz="1053" dirty="0"/>
          </a:p>
        </p:txBody>
      </p:sp>
      <p:pic>
        <p:nvPicPr>
          <p:cNvPr id="7" name="Logos K-9 ACC" descr="placa-principal.png"/>
          <p:cNvPicPr>
            <a:picLocks noChangeAspect="1"/>
          </p:cNvPicPr>
          <p:nvPr/>
        </p:nvPicPr>
        <p:blipFill>
          <a:blip r:embed="rIdL34n5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sp>
        <p:nvSpPr>
          <p:cNvPr id="8" name="Tarjeta"/>
          <p:cNvSpPr/>
          <p:nvPr/>
        </p:nvSpPr>
        <p:spPr>
          <a:xfrm>
            <a:off x="6294120" y="2686158"/>
            <a:ext cx="5486400" cy="2518954"/>
          </a:xfrm>
          <a:prstGeom prst="round2DiagRect">
            <a:avLst>
              <a:gd name="adj1" fmla="val 12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racturas.png"/>
          <p:cNvPicPr>
            <a:picLocks noChangeAspect="1"/>
          </p:cNvPicPr>
          <p:nvPr/>
        </p:nvPicPr>
        <p:blipFill>
          <a:blip r:embed="rIdL34n6"/>
          <a:stretch>
            <a:fillRect/>
          </a:stretch>
        </p:blipFill>
        <p:spPr>
          <a:xfrm>
            <a:off x="6385560" y="2777598"/>
            <a:ext cx="5303520" cy="2336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678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34n2" name="breeze.wav"/>
          </p:stSnd>
        </p:sndAc>
      </p:transition>
    </mc:Choice>
    <mc:Fallback xmlns="">
      <p:transition spd="slow">
        <p:sndAc>
          <p:stSnd>
            <p:snd r:embed="rIdL34n3" name="breeze.wav"/>
          </p:stSnd>
        </p:sndAc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35n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s K-9 ACC" descr="placa-principal.png"/>
          <p:cNvPicPr>
            <a:picLocks noChangeAspect="1"/>
          </p:cNvPicPr>
          <p:nvPr/>
        </p:nvPicPr>
        <p:blipFill>
          <a:blip r:embed="rIdL35n5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sp>
        <p:nvSpPr>
          <p:cNvPr id="6" name="nuestro texto"/>
          <p:cNvSpPr txBox="1"/>
          <p:nvPr/>
        </p:nvSpPr>
        <p:spPr>
          <a:xfrm>
            <a:off x="1371600" y="146304"/>
            <a:ext cx="78638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rial"/>
              </a:rPr>
              <a:t>Clasificación</a:t>
            </a:r>
          </a:p>
        </p:txBody>
      </p:sp>
      <p:sp>
        <p:nvSpPr>
          <p:cNvPr id="7" name="nuestro texto"/>
          <p:cNvSpPr txBox="1"/>
          <p:nvPr/>
        </p:nvSpPr>
        <p:spPr>
          <a:xfrm>
            <a:off x="457200" y="1371600"/>
            <a:ext cx="5486400" cy="5212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3300" b="1">
                <a:solidFill>
                  <a:srgbClr val="F2C14E"/>
                </a:solidFill>
                <a:latin typeface="Arial"/>
              </a:rPr>
              <a:t>Clasificación</a:t>
            </a:r>
          </a:p>
          <a:p>
            <a:pPr>
              <a:spcAft>
                <a:spcPts val="1000"/>
              </a:spcAft>
            </a:pPr>
            <a:r>
              <a:rPr sz="2800" b="0">
                <a:solidFill>
                  <a:srgbClr val="FFFFFF"/>
                </a:solidFill>
                <a:latin typeface="Arial"/>
              </a:rPr>
              <a:t>Los métodos de clasificación de fracturas son varios, y dependen del tipo de rotura del hueso o zona corporal afectada, así como de otros factores asociados. Se pueden clasificar según su etiología en "patológicas", "traumáticas", "por fatiga de marcha o estrés" y "obstétricas".</a:t>
            </a:r>
          </a:p>
        </p:txBody>
      </p:sp>
      <p:sp>
        <p:nvSpPr>
          <p:cNvPr id="8" name="nuestro texto"/>
          <p:cNvSpPr txBox="1"/>
          <p:nvPr/>
        </p:nvSpPr>
        <p:spPr>
          <a:xfrm>
            <a:off x="6217920" y="1371600"/>
            <a:ext cx="5577840" cy="5212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F2C14E"/>
                </a:solidFill>
                <a:latin typeface="Arial"/>
              </a:rPr>
              <a:t>Exposición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Dependiendo de si el punto de fractura se comunica o no con el exterior, se clasifican en: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Cerrada, si la punta de la fractura no se asocia a ruptura de la piel, o si hay herida, ésta no comunica con el exterior.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Abierta o expuesta, si hay una herida que comunica el foco de fractura con el exterior, posibilitando a través de ella, el paso de microorganismos patógenos provenientes de la piel o el exterior.</a:t>
            </a:r>
          </a:p>
        </p:txBody>
      </p:sp>
    </p:spTree>
    <p:extLst>
      <p:ext uri="{BB962C8B-B14F-4D97-AF65-F5344CB8AC3E}">
        <p14:creationId xmlns:p14="http://schemas.microsoft.com/office/powerpoint/2010/main" val="3137857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35n2" name="breeze.wav"/>
          </p:stSnd>
        </p:sndAc>
      </p:transition>
    </mc:Choice>
    <mc:Fallback xmlns="">
      <p:transition spd="slow">
        <p:sndAc>
          <p:stSnd>
            <p:snd r:embed="rIdL35n3" name="breeze.wav"/>
          </p:stSnd>
        </p:sndAc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36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eaLnBrk="1" hangingPunct="1" indent="0" marL="0">
              <a:buNone/>
            </a:pPr>
            <a:r>
              <a:rPr lang="es-MX" b="1" dirty="0" sz="3000" cap="none">
                <a:solidFill>
                  <a:srgbClr val="F4F7FB"/>
                </a:solidFill>
                <a:latin typeface="Arial"/>
              </a:rPr>
              <a:t>Datos</a:t>
            </a:r>
            <a:endParaRPr lang="es-ES" b="1" dirty="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2099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65760" y="1897742"/>
            <a:ext cx="7373984" cy="4800600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Blip>
                <a:blip r:embed="rIdL36n2"/>
              </a:buBlip>
            </a:pPr>
            <a:r>
              <a:rPr lang="es-MX" sz="2600" dirty="0">
                <a:solidFill>
                  <a:schemeClr val="bg1"/>
                </a:solidFill>
                <a:latin typeface="Arial" pitchFamily="34" charset="0"/>
              </a:rPr>
              <a:t>Deformidad de la región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s-MX" sz="1295" dirty="0">
              <a:solidFill>
                <a:schemeClr val="bg1"/>
              </a:solidFill>
              <a:latin typeface="Arial" pitchFamily="34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Blip>
                <a:blip r:embed="rIdL36n2"/>
              </a:buBlip>
            </a:pPr>
            <a:r>
              <a:rPr lang="es-MX" sz="2600" dirty="0">
                <a:solidFill>
                  <a:schemeClr val="bg1"/>
                </a:solidFill>
                <a:latin typeface="Arial" pitchFamily="34" charset="0"/>
              </a:rPr>
              <a:t>Impotencia funcional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s-MX" sz="1295" dirty="0">
              <a:solidFill>
                <a:schemeClr val="bg1"/>
              </a:solidFill>
              <a:latin typeface="Arial" pitchFamily="34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Blip>
                <a:blip r:embed="rIdL36n2"/>
              </a:buBlip>
            </a:pPr>
            <a:r>
              <a:rPr lang="es-MX" sz="2600" dirty="0">
                <a:solidFill>
                  <a:schemeClr val="bg1"/>
                </a:solidFill>
                <a:latin typeface="Arial" pitchFamily="34" charset="0"/>
              </a:rPr>
              <a:t>Dolor intenso y localizado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s-MX" sz="1295" dirty="0">
              <a:solidFill>
                <a:schemeClr val="bg1"/>
              </a:solidFill>
              <a:latin typeface="Arial" pitchFamily="34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Blip>
                <a:blip r:embed="rIdL36n2"/>
              </a:buBlip>
            </a:pPr>
            <a:r>
              <a:rPr lang="es-MX" sz="2600" dirty="0">
                <a:solidFill>
                  <a:schemeClr val="bg1"/>
                </a:solidFill>
                <a:latin typeface="Arial" pitchFamily="34" charset="0"/>
              </a:rPr>
              <a:t>Crepitación ósea y hemorragia (externa en caso de ser expuesta)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s-MX" sz="1295" dirty="0">
              <a:solidFill>
                <a:schemeClr val="bg1"/>
              </a:solidFill>
              <a:latin typeface="Arial" pitchFamily="34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Blip>
                <a:blip r:embed="rIdL36n2"/>
              </a:buBlip>
            </a:pPr>
            <a:r>
              <a:rPr lang="es-MX" sz="2600" dirty="0">
                <a:solidFill>
                  <a:schemeClr val="bg1"/>
                </a:solidFill>
                <a:latin typeface="Arial" pitchFamily="34" charset="0"/>
              </a:rPr>
              <a:t>Inflamación de la región</a:t>
            </a:r>
            <a:endParaRPr lang="es-ES" sz="2800" dirty="0">
              <a:solidFill>
                <a:schemeClr val="bg1"/>
              </a:solidFill>
              <a:latin typeface="Arial" pitchFamily="34" charset="0"/>
            </a:endParaRPr>
          </a:p>
        </p:txBody>
      </p:sp>
      <p:pic>
        <p:nvPicPr>
          <p:cNvPr id="209924" name="Logos K-9 ACC" descr="placa-principal.png"/>
          <p:cNvPicPr>
            <a:picLocks noChangeAspect="1"/>
          </p:cNvPicPr>
          <p:nvPr/>
        </p:nvPicPr>
        <p:blipFill>
          <a:blip r:embed="rIdL36n4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0754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37n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2 Marcador de texto"/>
          <p:cNvSpPr>
            <a:spLocks noGrp="1"/>
          </p:cNvSpPr>
          <p:nvPr>
            <p:ph type="body" sz="half" idx="1"/>
          </p:nvPr>
        </p:nvSpPr>
        <p:spPr>
          <a:xfrm>
            <a:off x="1777266" y="1207008"/>
            <a:ext cx="4242534" cy="5422392"/>
          </a:xfrm>
        </p:spPr>
        <p:txBody>
          <a:bodyPr>
            <a:noAutofit/>
          </a:bodyPr>
          <a:lstStyle/>
          <a:p>
            <a:pPr eaLnBrk="1" hangingPunct="1">
              <a:buFontTx/>
              <a:buNone/>
            </a:pPr>
            <a:r>
              <a:rPr lang="es-MX" sz="2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Algunas fracturas se consideran graves debido al sitio en el que se localizan por ejemplo:</a:t>
            </a:r>
          </a:p>
          <a:p>
            <a:pPr eaLnBrk="1" hangingPunct="1">
              <a:buFontTx/>
              <a:buNone/>
            </a:pPr>
            <a:endParaRPr lang="es-MX" sz="1423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buFont typeface="Courier New" pitchFamily="49" charset="0"/>
              <a:buChar char="o"/>
            </a:pPr>
            <a:r>
              <a:rPr lang="es-MX" sz="2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Cráneo</a:t>
            </a:r>
          </a:p>
          <a:p>
            <a:pPr eaLnBrk="1" hangingPunct="1">
              <a:buFont typeface="Courier New" pitchFamily="49" charset="0"/>
              <a:buChar char="o"/>
            </a:pPr>
            <a:r>
              <a:rPr lang="es-MX" sz="2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Columna Vertebral</a:t>
            </a:r>
          </a:p>
          <a:p>
            <a:pPr eaLnBrk="1" hangingPunct="1">
              <a:buFont typeface="Courier New" pitchFamily="49" charset="0"/>
              <a:buChar char="o"/>
            </a:pPr>
            <a:r>
              <a:rPr lang="es-ES_tradnl" sz="2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costillas</a:t>
            </a:r>
            <a:endParaRPr lang="es-MX" sz="2846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buFont typeface="Courier New" pitchFamily="49" charset="0"/>
              <a:buChar char="o"/>
            </a:pPr>
            <a:r>
              <a:rPr lang="es-MX" sz="2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Pelvis</a:t>
            </a:r>
          </a:p>
        </p:txBody>
      </p:sp>
      <p:pic>
        <p:nvPicPr>
          <p:cNvPr id="211973" name="Picture 6" descr="http://tbn3.google.com/images?q=tbn:OXAjQccxwSQdJM:http://www.salomart.com/images/pelvis-2.jpg">
            <a:hlinkClick r:id="rIdL37n2"/>
          </p:cNvPr>
          <p:cNvPicPr>
            <a:picLocks noChangeAspect="1" noChangeArrowheads="1"/>
          </p:cNvPicPr>
          <p:nvPr/>
        </p:nvPicPr>
        <p:blipFill>
          <a:blip r:embed="rIdL37n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15" r="9615"/>
          <a:stretch>
            <a:fillRect/>
          </a:stretch>
        </p:blipFill>
        <p:spPr bwMode="auto">
          <a:xfrm>
            <a:off x="6294120" y="1385316"/>
            <a:ext cx="5486400" cy="512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1974" name="Logos K-9 ACC" descr="placa-principal.png"/>
          <p:cNvPicPr>
            <a:picLocks noChangeAspect="1"/>
          </p:cNvPicPr>
          <p:nvPr/>
        </p:nvPicPr>
        <p:blipFill>
          <a:blip r:embed="rIdL37n5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5812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38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5"/>
          <p:cNvSpPr>
            <a:spLocks noGrp="1" noChangeArrowheads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eaLnBrk="1" hangingPunct="1" indent="0" marL="0">
              <a:buNone/>
            </a:pPr>
            <a:r>
              <a:rPr lang="es-MX" sz="3000" b="1" dirty="0" cap="none">
                <a:solidFill>
                  <a:srgbClr val="F4F7FB"/>
                </a:solidFill>
                <a:latin typeface="Arial"/>
              </a:rPr>
              <a:t>Inmovilización de fracturas</a:t>
            </a:r>
            <a:endParaRPr lang="es-ES" sz="4000" b="1" dirty="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214019" name="Rectangle 6"/>
          <p:cNvSpPr>
            <a:spLocks noGrp="1" noChangeArrowheads="1"/>
          </p:cNvSpPr>
          <p:nvPr>
            <p:ph type="body" sz="half" idx="1"/>
          </p:nvPr>
        </p:nvSpPr>
        <p:spPr>
          <a:xfrm>
            <a:off x="411480" y="1687286"/>
            <a:ext cx="5608320" cy="5083175"/>
          </a:xfrm>
        </p:spPr>
        <p:txBody>
          <a:bodyPr>
            <a:noAutofit/>
          </a:bodyPr>
          <a:lstStyle/>
          <a:p>
            <a:pPr marL="287338" indent="-287338">
              <a:buBlip>
                <a:blip r:embed="rIdL38n2"/>
              </a:buBlip>
              <a:tabLst>
                <a:tab pos="287338" algn="l"/>
              </a:tabLst>
            </a:pPr>
            <a:r>
              <a:rPr lang="es-MX" sz="2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No mover la región fracturada si no hay razón para hacerlo</a:t>
            </a:r>
          </a:p>
          <a:p>
            <a:pPr marL="287338" indent="-287338">
              <a:buBlip>
                <a:blip r:embed="rIdL38n2"/>
              </a:buBlip>
              <a:tabLst>
                <a:tab pos="287338" algn="l"/>
              </a:tabLst>
            </a:pPr>
            <a:r>
              <a:rPr lang="es-MX" sz="2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Utilizar material adecuado a la región</a:t>
            </a:r>
          </a:p>
          <a:p>
            <a:pPr marL="287338" indent="-287338">
              <a:buBlip>
                <a:blip r:embed="rIdL38n2"/>
              </a:buBlip>
              <a:tabLst>
                <a:tab pos="287338" algn="l"/>
              </a:tabLst>
            </a:pPr>
            <a:r>
              <a:rPr lang="es-MX" sz="2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Inmovilizar las dos articulaciones más próximas</a:t>
            </a:r>
          </a:p>
          <a:p>
            <a:pPr marL="287338" indent="-287338">
              <a:buBlip>
                <a:blip r:embed="rIdL38n2"/>
              </a:buBlip>
              <a:tabLst>
                <a:tab pos="287338" algn="l"/>
              </a:tabLst>
            </a:pPr>
            <a:r>
              <a:rPr lang="es-MX" sz="2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No apretar demasiado para no entorpecer la circulación</a:t>
            </a:r>
            <a:endParaRPr lang="es-ES" sz="26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14020" name="Picture 12"/>
          <p:cNvPicPr>
            <a:picLocks noChangeAspect="1" noChangeArrowheads="1"/>
          </p:cNvPicPr>
          <p:nvPr/>
        </p:nvPicPr>
        <p:blipFill>
          <a:blip r:embed="rIdL38n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4725" y="1385316"/>
            <a:ext cx="3525188" cy="512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4021" name="Logos K-9 ACC" descr="placa-principal.png"/>
          <p:cNvPicPr>
            <a:picLocks noChangeAspect="1"/>
          </p:cNvPicPr>
          <p:nvPr/>
        </p:nvPicPr>
        <p:blipFill>
          <a:blip r:embed="rIdL38n4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5787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39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1 Título"/>
          <p:cNvSpPr>
            <a:spLocks noGrp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eaLnBrk="1" hangingPunct="1" indent="0" marL="0">
              <a:buNone/>
            </a:pPr>
            <a:r>
              <a:rPr lang="es-MX" sz="3000" b="1" dirty="0" cap="none">
                <a:solidFill>
                  <a:srgbClr val="F4F7FB"/>
                </a:solidFill>
                <a:latin typeface="Arial"/>
              </a:rPr>
              <a:t>Elementos para inmovilizar</a:t>
            </a:r>
          </a:p>
        </p:txBody>
      </p:sp>
      <p:sp>
        <p:nvSpPr>
          <p:cNvPr id="215043" name="2 Marcador de texto"/>
          <p:cNvSpPr>
            <a:spLocks noGrp="1"/>
          </p:cNvSpPr>
          <p:nvPr>
            <p:ph type="body" sz="half" idx="1"/>
          </p:nvPr>
        </p:nvSpPr>
        <p:spPr>
          <a:xfrm>
            <a:off x="773399" y="1207008"/>
            <a:ext cx="5246401" cy="5468112"/>
          </a:xfrm>
        </p:spPr>
        <p:txBody>
          <a:bodyPr>
            <a:noAutofit/>
          </a:bodyPr>
          <a:lstStyle/>
          <a:p>
            <a:pPr algn="l" eaLnBrk="1" hangingPunct="1">
              <a:lnSpc>
                <a:spcPct val="90000"/>
              </a:lnSpc>
              <a:buFontTx/>
              <a:buNone/>
            </a:pPr>
            <a:r>
              <a:rPr lang="es-MX" sz="32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Se pueden utilizar cartones, periódicos enrollados , tablas, cobijas, etc. Estos elementos se consideran </a:t>
            </a:r>
            <a:r>
              <a:rPr lang="es-MX" sz="3200" u="sng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férulas</a:t>
            </a:r>
            <a:r>
              <a:rPr lang="es-MX" sz="32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, las cuales deben ser:</a:t>
            </a:r>
          </a:p>
          <a:p>
            <a:pPr algn="l" eaLnBrk="1" hangingPunct="1">
              <a:lnSpc>
                <a:spcPct val="90000"/>
              </a:lnSpc>
              <a:buFontTx/>
              <a:buNone/>
            </a:pPr>
            <a:endParaRPr lang="es-MX" sz="1982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algn="l" eaLnBrk="1" hangingPunct="1">
              <a:lnSpc>
                <a:spcPct val="90000"/>
              </a:lnSpc>
            </a:pPr>
            <a:r>
              <a:rPr lang="es-MX" sz="32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Cómodas</a:t>
            </a:r>
          </a:p>
          <a:p>
            <a:pPr algn="l" eaLnBrk="1" hangingPunct="1">
              <a:lnSpc>
                <a:spcPct val="90000"/>
              </a:lnSpc>
            </a:pPr>
            <a:r>
              <a:rPr lang="es-MX" sz="32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Rígidas</a:t>
            </a:r>
          </a:p>
          <a:p>
            <a:pPr algn="l" eaLnBrk="1" hangingPunct="1">
              <a:lnSpc>
                <a:spcPct val="90000"/>
              </a:lnSpc>
            </a:pPr>
            <a:r>
              <a:rPr lang="es-MX" sz="32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Seguras</a:t>
            </a:r>
          </a:p>
        </p:txBody>
      </p:sp>
      <p:pic>
        <p:nvPicPr>
          <p:cNvPr id="215044" name="Picture 13"/>
          <p:cNvPicPr>
            <a:picLocks noChangeAspect="1" noChangeArrowheads="1"/>
          </p:cNvPicPr>
          <p:nvPr/>
        </p:nvPicPr>
        <p:blipFill>
          <a:blip r:embed="rIdL39n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8230" y="1385316"/>
            <a:ext cx="3238178" cy="512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45" name="Logos K-9 ACC" descr="placa-principal.png"/>
          <p:cNvPicPr>
            <a:picLocks noChangeAspect="1"/>
          </p:cNvPicPr>
          <p:nvPr/>
        </p:nvPicPr>
        <p:blipFill>
          <a:blip r:embed="rIdL39n3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0654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40n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1 Título"/>
          <p:cNvSpPr>
            <a:spLocks noGrp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eaLnBrk="1" hangingPunct="1" indent="0" marL="0">
              <a:buNone/>
            </a:pPr>
            <a:r>
              <a:rPr lang="es-MX" b="1" dirty="0" sz="3000" cap="none">
                <a:solidFill>
                  <a:srgbClr val="F4F7FB"/>
                </a:solidFill>
                <a:latin typeface="Arial"/>
              </a:rPr>
              <a:t>Férulas</a:t>
            </a:r>
          </a:p>
        </p:txBody>
      </p:sp>
      <p:sp>
        <p:nvSpPr>
          <p:cNvPr id="216067" name="2 Marcador de texto"/>
          <p:cNvSpPr>
            <a:spLocks noGrp="1"/>
          </p:cNvSpPr>
          <p:nvPr>
            <p:ph type="body" sz="half" idx="1"/>
          </p:nvPr>
        </p:nvSpPr>
        <p:spPr>
          <a:xfrm>
            <a:off x="457200" y="1207008"/>
            <a:ext cx="4511040" cy="5958078"/>
          </a:xfrm>
        </p:spPr>
        <p:txBody>
          <a:bodyPr>
            <a:noAutofit/>
          </a:bodyPr>
          <a:lstStyle/>
          <a:p>
            <a:pPr eaLnBrk="1" hangingPunct="1">
              <a:buFontTx/>
              <a:buNone/>
            </a:pPr>
            <a:r>
              <a:rPr lang="es-MX" sz="4000" dirty="0">
                <a:solidFill>
                  <a:schemeClr val="bg1"/>
                </a:solidFill>
              </a:rPr>
              <a:t>Hay varios tipos de férulas que se pueden utilizar en una emergencia:</a:t>
            </a:r>
          </a:p>
          <a:p>
            <a:pPr eaLnBrk="1" hangingPunct="1">
              <a:buFontTx/>
              <a:buNone/>
            </a:pPr>
            <a:endParaRPr lang="es-MX" sz="2000" dirty="0">
              <a:solidFill>
                <a:schemeClr val="bg1"/>
              </a:solidFill>
            </a:endParaRPr>
          </a:p>
          <a:p>
            <a:pPr eaLnBrk="1" hangingPunct="1"/>
            <a:r>
              <a:rPr lang="es-MX" sz="4000" dirty="0">
                <a:solidFill>
                  <a:schemeClr val="bg1"/>
                </a:solidFill>
              </a:rPr>
              <a:t>Prefabricadas</a:t>
            </a:r>
          </a:p>
          <a:p>
            <a:pPr eaLnBrk="1" hangingPunct="1"/>
            <a:r>
              <a:rPr lang="es-MX" sz="4000" dirty="0">
                <a:solidFill>
                  <a:schemeClr val="bg1"/>
                </a:solidFill>
              </a:rPr>
              <a:t>Improvisadas</a:t>
            </a:r>
          </a:p>
          <a:p>
            <a:pPr eaLnBrk="1" hangingPunct="1"/>
            <a:r>
              <a:rPr lang="es-MX" sz="4000" dirty="0">
                <a:solidFill>
                  <a:schemeClr val="bg1"/>
                </a:solidFill>
              </a:rPr>
              <a:t>Anatómicas</a:t>
            </a:r>
          </a:p>
        </p:txBody>
      </p:sp>
      <p:pic>
        <p:nvPicPr>
          <p:cNvPr id="216071" name="Logos K-9 ACC" descr="placa-principal.png"/>
          <p:cNvPicPr>
            <a:picLocks noChangeAspect="1"/>
          </p:cNvPicPr>
          <p:nvPr/>
        </p:nvPicPr>
        <p:blipFill>
          <a:blip r:embed="rIdL40n6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pic>
        <p:nvPicPr>
          <p:cNvPr id="216074" name="banco" descr="4f1p3q0x48392i.jpg"/>
          <p:cNvPicPr>
            <a:picLocks noChangeAspect="1"/>
          </p:cNvPicPr>
          <p:nvPr/>
        </p:nvPicPr>
        <p:blipFill>
          <a:blip r:embed="rIdL40n7"/>
          <a:stretch>
            <a:fillRect/>
          </a:stretch>
        </p:blipFill>
        <p:spPr>
          <a:xfrm>
            <a:off x="7330440" y="1385316"/>
            <a:ext cx="3413760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0744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41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5"/>
          <p:cNvSpPr>
            <a:spLocks noGrp="1" noChangeArrowheads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eaLnBrk="1" hangingPunct="1" indent="0" marL="0">
              <a:buNone/>
            </a:pPr>
            <a:r>
              <a:rPr lang="es-ES_tradnl" b="1" dirty="0" sz="3000" cap="none">
                <a:solidFill>
                  <a:srgbClr val="F4F7FB"/>
                </a:solidFill>
                <a:latin typeface="Arial"/>
              </a:rPr>
              <a:t>Complicaciones</a:t>
            </a:r>
            <a:endParaRPr lang="es-ES" b="1" dirty="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217091" name="Rectangle 6"/>
          <p:cNvSpPr>
            <a:spLocks noGrp="1" noChangeArrowheads="1"/>
          </p:cNvSpPr>
          <p:nvPr>
            <p:ph type="body" sz="half" idx="1"/>
          </p:nvPr>
        </p:nvSpPr>
        <p:spPr>
          <a:xfrm>
            <a:off x="365760" y="1481138"/>
            <a:ext cx="5920740" cy="5199062"/>
          </a:xfrm>
        </p:spPr>
        <p:txBody>
          <a:bodyPr>
            <a:noAutofit/>
          </a:bodyPr>
          <a:lstStyle/>
          <a:p>
            <a:pPr marL="1087438" lvl="2" indent="-287338">
              <a:buBlip>
                <a:blip r:embed="rIdL41n2"/>
              </a:buBlip>
              <a:tabLst>
                <a:tab pos="287338" algn="l"/>
              </a:tabLst>
            </a:pPr>
            <a:r>
              <a:rPr lang="es-MX" sz="2400" dirty="0">
                <a:solidFill>
                  <a:schemeClr val="bg1"/>
                </a:solidFill>
                <a:latin typeface="Arial" pitchFamily="34" charset="0"/>
              </a:rPr>
              <a:t>Hacer abierta una fractura cerrada</a:t>
            </a:r>
          </a:p>
          <a:p>
            <a:pPr marL="1087438" lvl="2" indent="-287338">
              <a:buBlip>
                <a:blip r:embed="rIdL41n2"/>
              </a:buBlip>
              <a:tabLst>
                <a:tab pos="287338" algn="l"/>
              </a:tabLst>
            </a:pPr>
            <a:endParaRPr lang="es-MX" sz="1200" dirty="0">
              <a:solidFill>
                <a:schemeClr val="bg1"/>
              </a:solidFill>
              <a:latin typeface="Arial" pitchFamily="34" charset="0"/>
            </a:endParaRPr>
          </a:p>
          <a:p>
            <a:pPr marL="1087438" lvl="2" indent="-287338">
              <a:buBlip>
                <a:blip r:embed="rIdL41n2"/>
              </a:buBlip>
              <a:tabLst>
                <a:tab pos="287338" algn="l"/>
              </a:tabLst>
            </a:pPr>
            <a:r>
              <a:rPr lang="es-MX" sz="2400" dirty="0">
                <a:solidFill>
                  <a:schemeClr val="bg1"/>
                </a:solidFill>
                <a:latin typeface="Arial" pitchFamily="34" charset="0"/>
              </a:rPr>
              <a:t>Lesionar nervios, arterias y venas</a:t>
            </a:r>
          </a:p>
          <a:p>
            <a:pPr marL="1087438" lvl="2" indent="-287338">
              <a:buNone/>
              <a:tabLst>
                <a:tab pos="287338" algn="l"/>
              </a:tabLst>
            </a:pPr>
            <a:endParaRPr lang="es-MX" sz="1200" dirty="0">
              <a:solidFill>
                <a:schemeClr val="bg1"/>
              </a:solidFill>
              <a:latin typeface="Arial" pitchFamily="34" charset="0"/>
            </a:endParaRPr>
          </a:p>
          <a:p>
            <a:pPr marL="1087438" lvl="2" indent="-287338">
              <a:buBlip>
                <a:blip r:embed="rIdL41n2"/>
              </a:buBlip>
              <a:tabLst>
                <a:tab pos="287338" algn="l"/>
              </a:tabLst>
            </a:pPr>
            <a:r>
              <a:rPr lang="es-MX" sz="2400" dirty="0">
                <a:solidFill>
                  <a:schemeClr val="bg1"/>
                </a:solidFill>
                <a:latin typeface="Arial" pitchFamily="34" charset="0"/>
              </a:rPr>
              <a:t>Secuelas en la movilidad</a:t>
            </a:r>
          </a:p>
          <a:p>
            <a:pPr marL="1087438" lvl="2" indent="-287338">
              <a:buNone/>
              <a:tabLst>
                <a:tab pos="287338" algn="l"/>
              </a:tabLst>
            </a:pPr>
            <a:endParaRPr lang="es-MX" sz="1200" dirty="0">
              <a:solidFill>
                <a:schemeClr val="bg1"/>
              </a:solidFill>
              <a:latin typeface="Arial" pitchFamily="34" charset="0"/>
            </a:endParaRPr>
          </a:p>
          <a:p>
            <a:pPr marL="1087438" lvl="2" indent="-287338">
              <a:buBlip>
                <a:blip r:embed="rIdL41n2"/>
              </a:buBlip>
              <a:tabLst>
                <a:tab pos="287338" algn="l"/>
              </a:tabLst>
            </a:pPr>
            <a:r>
              <a:rPr lang="es-MX" sz="2400" dirty="0">
                <a:solidFill>
                  <a:schemeClr val="bg1"/>
                </a:solidFill>
                <a:latin typeface="Arial" pitchFamily="34" charset="0"/>
              </a:rPr>
              <a:t>Infección</a:t>
            </a:r>
          </a:p>
          <a:p>
            <a:pPr marL="1087438" lvl="2" indent="-287338">
              <a:buNone/>
              <a:tabLst>
                <a:tab pos="287338" algn="l"/>
              </a:tabLst>
            </a:pPr>
            <a:endParaRPr lang="es-MX" sz="1200" dirty="0">
              <a:solidFill>
                <a:schemeClr val="bg1"/>
              </a:solidFill>
              <a:latin typeface="Arial" pitchFamily="34" charset="0"/>
            </a:endParaRPr>
          </a:p>
          <a:p>
            <a:pPr marL="1087438" lvl="2" indent="-287338">
              <a:buBlip>
                <a:blip r:embed="rIdL41n2"/>
              </a:buBlip>
              <a:tabLst>
                <a:tab pos="287338" algn="l"/>
              </a:tabLst>
            </a:pPr>
            <a:r>
              <a:rPr lang="es-MX" sz="2400" dirty="0">
                <a:solidFill>
                  <a:schemeClr val="bg1"/>
                </a:solidFill>
                <a:latin typeface="Arial" pitchFamily="34" charset="0"/>
              </a:rPr>
              <a:t>Trombosis grasa</a:t>
            </a:r>
          </a:p>
          <a:p>
            <a:pPr marL="1087438" lvl="2" indent="-287338">
              <a:buNone/>
              <a:tabLst>
                <a:tab pos="287338" algn="l"/>
              </a:tabLst>
            </a:pPr>
            <a:endParaRPr lang="es-MX" sz="1200" dirty="0">
              <a:solidFill>
                <a:schemeClr val="bg1"/>
              </a:solidFill>
              <a:latin typeface="Arial" pitchFamily="34" charset="0"/>
            </a:endParaRPr>
          </a:p>
          <a:p>
            <a:pPr marL="1087438" lvl="2" indent="-287338">
              <a:buBlip>
                <a:blip r:embed="rIdL41n2"/>
              </a:buBlip>
              <a:tabLst>
                <a:tab pos="287338" algn="l"/>
              </a:tabLst>
            </a:pPr>
            <a:r>
              <a:rPr lang="es-MX" sz="2400" dirty="0">
                <a:solidFill>
                  <a:schemeClr val="bg1"/>
                </a:solidFill>
                <a:latin typeface="Arial" pitchFamily="34" charset="0"/>
              </a:rPr>
              <a:t>Lesionar la médula espinal</a:t>
            </a:r>
          </a:p>
          <a:p>
            <a:pPr marL="1087438" lvl="2" indent="-287338">
              <a:buNone/>
              <a:tabLst>
                <a:tab pos="287338" algn="l"/>
              </a:tabLst>
            </a:pPr>
            <a:endParaRPr lang="es-MX" sz="1200" dirty="0">
              <a:solidFill>
                <a:schemeClr val="bg1"/>
              </a:solidFill>
              <a:latin typeface="Arial" pitchFamily="34" charset="0"/>
            </a:endParaRPr>
          </a:p>
          <a:p>
            <a:pPr marL="1087438" lvl="2" indent="-287338">
              <a:buBlip>
                <a:blip r:embed="rIdL41n2"/>
              </a:buBlip>
              <a:tabLst>
                <a:tab pos="287338" algn="l"/>
              </a:tabLst>
            </a:pPr>
            <a:r>
              <a:rPr lang="es-MX" sz="2400" dirty="0">
                <a:solidFill>
                  <a:schemeClr val="bg1"/>
                </a:solidFill>
                <a:latin typeface="Arial" pitchFamily="34" charset="0"/>
              </a:rPr>
              <a:t>Estado de shock</a:t>
            </a:r>
            <a:endParaRPr lang="es-ES" sz="2400" dirty="0">
              <a:solidFill>
                <a:schemeClr val="bg1"/>
              </a:solidFill>
              <a:latin typeface="Arial" pitchFamily="34" charset="0"/>
            </a:endParaRPr>
          </a:p>
        </p:txBody>
      </p:sp>
      <p:pic>
        <p:nvPicPr>
          <p:cNvPr id="217092" name="Logos K-9 ACC" descr="placa-principal.png"/>
          <p:cNvPicPr>
            <a:picLocks noChangeAspect="1"/>
          </p:cNvPicPr>
          <p:nvPr/>
        </p:nvPicPr>
        <p:blipFill>
          <a:blip r:embed="rIdL41n4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0760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42n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indent="0" marL="0">
              <a:buNone/>
            </a:pPr>
            <a:r>
              <a:rPr lang="es-MX" b="1" dirty="0" sz="3000" cap="none">
                <a:solidFill>
                  <a:srgbClr val="F4F7FB"/>
                </a:solidFill>
                <a:latin typeface="Arial"/>
              </a:rPr>
              <a:t>UNIDAD 6. QUEMADURAS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2"/>
          </p:nvPr>
        </p:nvSpPr>
        <p:spPr>
          <a:xfrm>
            <a:off x="1097280" y="1846052"/>
            <a:ext cx="4937760" cy="4545634"/>
          </a:xfrm>
        </p:spPr>
        <p:txBody>
          <a:bodyPr>
            <a:noAutofit/>
          </a:bodyPr>
          <a:lstStyle/>
          <a:p>
            <a:r>
              <a:rPr lang="es-MX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 quemadura es el daño o destrucción de la piel o tejidos más profundos como el músculo y el hueso por calor o frío.</a:t>
            </a:r>
          </a:p>
          <a:p>
            <a:r>
              <a:rPr lang="es-MX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Puede darse por:</a:t>
            </a:r>
          </a:p>
          <a:p>
            <a:endParaRPr lang="es-MX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s-MX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Agentes físicos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MX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Agentes Químicos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MX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Agentes eléctricos</a:t>
            </a:r>
          </a:p>
          <a:p>
            <a:endParaRPr lang="es-MX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L42n3"/>
          <a:stretch>
            <a:fillRect/>
          </a:stretch>
        </p:blipFill>
        <p:spPr>
          <a:xfrm>
            <a:off x="6294120" y="2843063"/>
            <a:ext cx="5486400" cy="2205144"/>
          </a:xfrm>
          <a:prstGeom prst="rect">
            <a:avLst/>
          </a:prstGeom>
        </p:spPr>
      </p:pic>
      <p:pic>
        <p:nvPicPr>
          <p:cNvPr id="6" name="Logos K-9 ACC" descr="placa-principal.png"/>
          <p:cNvPicPr>
            <a:picLocks noChangeAspect="1"/>
          </p:cNvPicPr>
          <p:nvPr/>
        </p:nvPicPr>
        <p:blipFill>
          <a:blip r:embed="rIdL42n6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269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42n2" name="breeze.wav"/>
          </p:stSnd>
        </p:sndAc>
      </p:transition>
    </mc:Choice>
    <mc:Fallback xmlns="">
      <p:transition spd="slow">
        <p:sndAc>
          <p:stSnd>
            <p:snd r:embed="rIdL42n5" name="breeze.wav"/>
          </p:stSnd>
        </p:sndAc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43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100" name="Picture 7" descr="http://www.scielo.cl/fbpe/img/rchcir/v58n5/fig05-01.jpg"/>
          <p:cNvPicPr>
            <a:picLocks noChangeAspect="1" noChangeArrowheads="1"/>
          </p:cNvPicPr>
          <p:nvPr/>
        </p:nvPicPr>
        <p:blipFill>
          <a:blip r:embed="rIdL43n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19" r="10119"/>
          <a:stretch>
            <a:fillRect/>
          </a:stretch>
        </p:blipFill>
        <p:spPr bwMode="auto">
          <a:xfrm>
            <a:off x="6294120" y="1385316"/>
            <a:ext cx="5486400" cy="512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2101" name="Logos K-9 ACC" descr="placa-principal.png"/>
          <p:cNvPicPr>
            <a:picLocks noChangeAspect="1"/>
          </p:cNvPicPr>
          <p:nvPr/>
        </p:nvPicPr>
        <p:blipFill>
          <a:blip r:embed="rIdL43n4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sp>
        <p:nvSpPr>
          <p:cNvPr id="132102" name="nuestro texto"/>
          <p:cNvSpPr txBox="1"/>
          <p:nvPr/>
        </p:nvSpPr>
        <p:spPr>
          <a:xfrm>
            <a:off x="1371600" y="146304"/>
            <a:ext cx="78638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rial"/>
              </a:rPr>
              <a:t>Quemaduras por agentes físicos</a:t>
            </a:r>
          </a:p>
        </p:txBody>
      </p:sp>
      <p:sp>
        <p:nvSpPr>
          <p:cNvPr id="132103" name="nuestro texto"/>
          <p:cNvSpPr txBox="1"/>
          <p:nvPr/>
        </p:nvSpPr>
        <p:spPr>
          <a:xfrm>
            <a:off x="457200" y="1463040"/>
            <a:ext cx="5669280" cy="5120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800" b="0">
                <a:solidFill>
                  <a:srgbClr val="FFFFFF"/>
                </a:solidFill>
                <a:latin typeface="Arial"/>
              </a:rPr>
              <a:t>Producen quemadura por contacto directo con una fuente de calor o por calor radiante:</a:t>
            </a:r>
          </a:p>
          <a:p>
            <a:pPr>
              <a:spcAft>
                <a:spcPts val="1000"/>
              </a:spcAft>
            </a:pPr>
            <a:r>
              <a:rPr sz="2800" b="0">
                <a:solidFill>
                  <a:srgbClr val="FFFFFF"/>
                </a:solidFill>
                <a:latin typeface="Arial"/>
              </a:rPr>
              <a:t>•  Calor seco</a:t>
            </a:r>
          </a:p>
          <a:p>
            <a:pPr>
              <a:spcAft>
                <a:spcPts val="1000"/>
              </a:spcAft>
            </a:pPr>
            <a:r>
              <a:rPr sz="2800" b="0">
                <a:solidFill>
                  <a:srgbClr val="FFFFFF"/>
                </a:solidFill>
                <a:latin typeface="Arial"/>
              </a:rPr>
              <a:t>•  Calor Húmedo</a:t>
            </a:r>
          </a:p>
          <a:p>
            <a:pPr>
              <a:spcAft>
                <a:spcPts val="1000"/>
              </a:spcAft>
            </a:pPr>
            <a:r>
              <a:rPr sz="2800" b="0">
                <a:solidFill>
                  <a:srgbClr val="FFFFFF"/>
                </a:solidFill>
                <a:latin typeface="Arial"/>
              </a:rPr>
              <a:t>•  Sólidos Incandescentes</a:t>
            </a:r>
          </a:p>
          <a:p>
            <a:pPr>
              <a:spcAft>
                <a:spcPts val="1000"/>
              </a:spcAft>
            </a:pPr>
            <a:r>
              <a:rPr sz="2800" b="0">
                <a:solidFill>
                  <a:srgbClr val="FFFFFF"/>
                </a:solidFill>
                <a:latin typeface="Arial"/>
              </a:rPr>
              <a:t>•  Fricción</a:t>
            </a:r>
          </a:p>
          <a:p>
            <a:pPr>
              <a:spcAft>
                <a:spcPts val="1000"/>
              </a:spcAft>
            </a:pPr>
            <a:r>
              <a:rPr sz="2800" b="0">
                <a:solidFill>
                  <a:srgbClr val="FFFFFF"/>
                </a:solidFill>
                <a:latin typeface="Arial"/>
              </a:rPr>
              <a:t>•  Electricidad</a:t>
            </a:r>
          </a:p>
        </p:txBody>
      </p:sp>
    </p:spTree>
    <p:extLst>
      <p:ext uri="{BB962C8B-B14F-4D97-AF65-F5344CB8AC3E}">
        <p14:creationId xmlns:p14="http://schemas.microsoft.com/office/powerpoint/2010/main" val="2987378677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44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22" name="Picture 8" descr="http://masabadell.files.wordpress.com/2007/09/students.jpg"/>
          <p:cNvPicPr>
            <a:picLocks noChangeAspect="1" noChangeArrowheads="1"/>
          </p:cNvPicPr>
          <p:nvPr/>
        </p:nvPicPr>
        <p:blipFill>
          <a:blip r:embed="rIdL44n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058" y="1385316"/>
            <a:ext cx="3460523" cy="512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25" name="Logos K-9 ACC" descr="placa-principal.png"/>
          <p:cNvPicPr>
            <a:picLocks noChangeAspect="1"/>
          </p:cNvPicPr>
          <p:nvPr/>
        </p:nvPicPr>
        <p:blipFill>
          <a:blip r:embed="rIdL44n4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sp>
        <p:nvSpPr>
          <p:cNvPr id="133126" name="nuestro texto"/>
          <p:cNvSpPr txBox="1"/>
          <p:nvPr/>
        </p:nvSpPr>
        <p:spPr>
          <a:xfrm>
            <a:off x="1371600" y="146304"/>
            <a:ext cx="78638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rial"/>
              </a:rPr>
              <a:t>Quemaduras químicas</a:t>
            </a:r>
          </a:p>
        </p:txBody>
      </p:sp>
      <p:sp>
        <p:nvSpPr>
          <p:cNvPr id="133127" name="nuestro texto"/>
          <p:cNvSpPr txBox="1"/>
          <p:nvPr/>
        </p:nvSpPr>
        <p:spPr>
          <a:xfrm>
            <a:off x="457200" y="1645920"/>
            <a:ext cx="5562600" cy="4919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800" b="0">
                <a:solidFill>
                  <a:srgbClr val="FFFFFF"/>
                </a:solidFill>
                <a:latin typeface="Arial"/>
              </a:rPr>
              <a:t>Se producen por el contacto de los tejidos con sustancias químicas:</a:t>
            </a:r>
          </a:p>
          <a:p>
            <a:pPr>
              <a:spcAft>
                <a:spcPts val="1000"/>
              </a:spcAft>
            </a:pPr>
            <a:r>
              <a:rPr sz="2800" b="0">
                <a:solidFill>
                  <a:srgbClr val="FFFFFF"/>
                </a:solidFill>
                <a:latin typeface="Arial"/>
              </a:rPr>
              <a:t>•  Corrosivos</a:t>
            </a:r>
          </a:p>
          <a:p>
            <a:pPr>
              <a:spcAft>
                <a:spcPts val="1000"/>
              </a:spcAft>
            </a:pPr>
            <a:r>
              <a:rPr sz="2800" b="0">
                <a:solidFill>
                  <a:srgbClr val="FFFFFF"/>
                </a:solidFill>
                <a:latin typeface="Arial"/>
              </a:rPr>
              <a:t>•  Álcalis</a:t>
            </a:r>
          </a:p>
          <a:p>
            <a:pPr>
              <a:spcAft>
                <a:spcPts val="1000"/>
              </a:spcAft>
            </a:pPr>
            <a:r>
              <a:rPr sz="2800" b="0">
                <a:solidFill>
                  <a:srgbClr val="FFFFFF"/>
                </a:solidFill>
                <a:latin typeface="Arial"/>
              </a:rPr>
              <a:t>•  Ácidos</a:t>
            </a:r>
          </a:p>
        </p:txBody>
      </p:sp>
    </p:spTree>
    <p:extLst>
      <p:ext uri="{BB962C8B-B14F-4D97-AF65-F5344CB8AC3E}">
        <p14:creationId xmlns:p14="http://schemas.microsoft.com/office/powerpoint/2010/main" val="3836822774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45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3" name="Rectangle 3"/>
          <p:cNvSpPr>
            <a:spLocks noGrp="1" noChangeArrowheads="1"/>
          </p:cNvSpPr>
          <p:nvPr>
            <p:ph idx="1"/>
          </p:nvPr>
        </p:nvSpPr>
        <p:spPr>
          <a:xfrm>
            <a:off x="411480" y="1463040"/>
            <a:ext cx="3931920" cy="5209184"/>
          </a:xfrm>
        </p:spPr>
        <p:txBody>
          <a:bodyPr>
            <a:noAutofit/>
          </a:bodyPr>
          <a:lstStyle/>
          <a:p>
            <a:pPr algn="l">
              <a:buFont typeface="Wingdings" panose="05000000000000000000" pitchFamily="2" charset="2"/>
              <a:buChar char="v"/>
            </a:pPr>
            <a:r>
              <a:rPr lang="es-MX" sz="3600" dirty="0">
                <a:solidFill>
                  <a:schemeClr val="bg1"/>
                </a:solidFill>
                <a:latin typeface="Arial" pitchFamily="34" charset="0"/>
              </a:rPr>
              <a:t>Dolor y sensación de inflamación de la piel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s-MX" sz="3600" dirty="0">
                <a:solidFill>
                  <a:schemeClr val="bg1"/>
                </a:solidFill>
                <a:latin typeface="Arial" pitchFamily="34" charset="0"/>
              </a:rPr>
              <a:t>Ámpulas  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s-MX" sz="3600" dirty="0">
                <a:solidFill>
                  <a:schemeClr val="bg1"/>
                </a:solidFill>
                <a:latin typeface="Arial" pitchFamily="34" charset="0"/>
              </a:rPr>
              <a:t>desprendimiento de la piel    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s-MX" sz="3600" dirty="0">
                <a:solidFill>
                  <a:schemeClr val="bg1"/>
                </a:solidFill>
                <a:latin typeface="Arial" pitchFamily="34" charset="0"/>
              </a:rPr>
              <a:t>Enrojecimiento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s-MX" sz="3600" dirty="0">
                <a:solidFill>
                  <a:schemeClr val="bg1"/>
                </a:solidFill>
                <a:latin typeface="Arial" pitchFamily="34" charset="0"/>
              </a:rPr>
              <a:t>Hinchazón</a:t>
            </a:r>
            <a:endParaRPr lang="es-ES" sz="3600" dirty="0">
              <a:solidFill>
                <a:schemeClr val="bg1"/>
              </a:solidFill>
              <a:latin typeface="Arial" pitchFamily="34" charset="0"/>
            </a:endParaRPr>
          </a:p>
        </p:txBody>
      </p:sp>
      <p:pic>
        <p:nvPicPr>
          <p:cNvPr id="148485" name="Logos K-9 ACC" descr="placa-principal.png"/>
          <p:cNvPicPr>
            <a:picLocks noChangeAspect="1"/>
          </p:cNvPicPr>
          <p:nvPr/>
        </p:nvPicPr>
        <p:blipFill>
          <a:blip r:embed="rIdL45n3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sp>
        <p:nvSpPr>
          <p:cNvPr id="148486" name="nuestro texto"/>
          <p:cNvSpPr txBox="1"/>
          <p:nvPr/>
        </p:nvSpPr>
        <p:spPr>
          <a:xfrm>
            <a:off x="1371600" y="146304"/>
            <a:ext cx="78638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Signos de una quemadura</a:t>
            </a:r>
          </a:p>
        </p:txBody>
      </p:sp>
      <p:pic>
        <p:nvPicPr>
          <p:cNvPr id="148489" name="banco" descr="2z1z5c643d4o4n.jpg"/>
          <p:cNvPicPr>
            <a:picLocks noChangeAspect="1"/>
          </p:cNvPicPr>
          <p:nvPr/>
        </p:nvPicPr>
        <p:blipFill>
          <a:blip r:embed="rIdL45n4"/>
          <a:srcRect t="12653" b="12653"/>
          <a:stretch>
            <a:fillRect/>
          </a:stretch>
        </p:blipFill>
        <p:spPr>
          <a:xfrm>
            <a:off x="6294120" y="1385316"/>
            <a:ext cx="5486400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789667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46n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1 Título"/>
          <p:cNvSpPr>
            <a:spLocks noGrp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eaLnBrk="1" hangingPunct="1" algn="l" indent="0" marL="0">
              <a:buNone/>
            </a:pPr>
            <a:r>
              <a:rPr lang="es-ES_tradnl" sz="3000" b="1" dirty="0" cap="none">
                <a:solidFill>
                  <a:srgbClr val="F4F7FB"/>
                </a:solidFill>
                <a:latin typeface="Arial"/>
              </a:rPr>
              <a:t> Radiactivos</a:t>
            </a:r>
            <a:endParaRPr lang="es-MX" sz="3600" b="1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34147" name="2 Marcador de contenido"/>
          <p:cNvSpPr>
            <a:spLocks noGrp="1"/>
          </p:cNvSpPr>
          <p:nvPr>
            <p:ph idx="1"/>
          </p:nvPr>
        </p:nvSpPr>
        <p:spPr>
          <a:xfrm>
            <a:off x="411480" y="1804761"/>
            <a:ext cx="11369040" cy="4525963"/>
          </a:xfrm>
        </p:spPr>
        <p:txBody>
          <a:bodyPr>
            <a:noAutofit/>
          </a:bodyPr>
          <a:lstStyle/>
          <a:p>
            <a:pPr algn="ctr" eaLnBrk="1" hangingPunct="1">
              <a:buFontTx/>
              <a:buNone/>
            </a:pPr>
            <a:r>
              <a:rPr lang="es-ES_tradnl" sz="320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Se debe a la acción de las radiaciones ionizantes  sobre los tejidos:</a:t>
            </a:r>
          </a:p>
          <a:p>
            <a:pPr eaLnBrk="1" hangingPunct="1">
              <a:buFontTx/>
              <a:buNone/>
            </a:pPr>
            <a:endParaRPr lang="es-ES_tradnl" sz="1600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eaLnBrk="1" hangingPunct="1"/>
            <a:r>
              <a:rPr lang="es-ES_tradnl" sz="320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Rayos X</a:t>
            </a:r>
          </a:p>
          <a:p>
            <a:pPr eaLnBrk="1" hangingPunct="1"/>
            <a:r>
              <a:rPr lang="es-ES_tradnl" sz="320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Rayos ultravioleta</a:t>
            </a:r>
          </a:p>
          <a:p>
            <a:pPr eaLnBrk="1" hangingPunct="1"/>
            <a:r>
              <a:rPr lang="es-ES_tradnl" sz="320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Rayos solares</a:t>
            </a:r>
            <a:endParaRPr lang="es-MX" sz="3200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34149" name="Logos K-9 ACC" descr="placa-principal.png"/>
          <p:cNvPicPr>
            <a:picLocks noChangeAspect="1"/>
          </p:cNvPicPr>
          <p:nvPr/>
        </p:nvPicPr>
        <p:blipFill>
          <a:blip r:embed="rIdL46n6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016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46n2" name="breeze.wav"/>
          </p:stSnd>
        </p:sndAc>
      </p:transition>
    </mc:Choice>
    <mc:Fallback xmlns="">
      <p:transition spd="slow">
        <p:sndAc>
          <p:stSnd>
            <p:snd r:embed="rIdL46n4" name="breeze.wav"/>
          </p:stSnd>
        </p:sndAc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47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Grp="1" noChangeArrowheads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eaLnBrk="1" hangingPunct="1" algn="l" indent="0" marL="0">
              <a:buNone/>
            </a:pPr>
            <a:r>
              <a:rPr lang="es-MX" sz="3000" b="1" cap="none">
                <a:solidFill>
                  <a:srgbClr val="F4F7FB"/>
                </a:solidFill>
                <a:latin typeface="Arial"/>
              </a:rPr>
              <a:t>Quemadura</a:t>
            </a:r>
            <a:r>
              <a:rPr lang="es-MX" sz="3000" b="1" cap="none">
                <a:solidFill>
                  <a:srgbClr val="F4F7FB"/>
                </a:solidFill>
                <a:latin typeface="Arial"/>
              </a:rPr>
              <a:t> por </a:t>
            </a:r>
            <a:r>
              <a:rPr lang="es-MX" sz="3000" b="1" cap="none">
                <a:solidFill>
                  <a:srgbClr val="F4F7FB"/>
                </a:solidFill>
                <a:latin typeface="Arial"/>
              </a:rPr>
              <a:t>Electricidad</a:t>
            </a:r>
            <a:endParaRPr lang="es-ES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9220" name="Rectangle 9"/>
          <p:cNvSpPr>
            <a:spLocks noGrp="1" noChangeArrowheads="1"/>
          </p:cNvSpPr>
          <p:nvPr>
            <p:ph type="body" sz="half" idx="1"/>
          </p:nvPr>
        </p:nvSpPr>
        <p:spPr>
          <a:xfrm>
            <a:off x="365760" y="2489200"/>
            <a:ext cx="4946468" cy="4114800"/>
          </a:xfrm>
        </p:spPr>
        <p:txBody>
          <a:bodyPr>
            <a:noAutofit/>
          </a:bodyPr>
          <a:lstStyle/>
          <a:p>
            <a:pPr eaLnBrk="1" hangingPunct="1"/>
            <a:r>
              <a:rPr lang="es-MX" sz="2800" dirty="0">
                <a:solidFill>
                  <a:schemeClr val="bg1"/>
                </a:solidFill>
                <a:latin typeface="Arial" pitchFamily="34" charset="0"/>
              </a:rPr>
              <a:t>Enrojecimiento, tumefacción o carbonización</a:t>
            </a:r>
          </a:p>
          <a:p>
            <a:pPr eaLnBrk="1" hangingPunct="1"/>
            <a:r>
              <a:rPr lang="es-MX" sz="2800" dirty="0">
                <a:solidFill>
                  <a:schemeClr val="bg1"/>
                </a:solidFill>
                <a:latin typeface="Arial" pitchFamily="34" charset="0"/>
              </a:rPr>
              <a:t>Posible pérdida del conocimiento</a:t>
            </a:r>
          </a:p>
          <a:p>
            <a:pPr eaLnBrk="1" hangingPunct="1"/>
            <a:r>
              <a:rPr lang="es-MX" sz="2800" dirty="0">
                <a:solidFill>
                  <a:schemeClr val="bg1"/>
                </a:solidFill>
                <a:latin typeface="Arial" pitchFamily="34" charset="0"/>
              </a:rPr>
              <a:t>Posible paro </a:t>
            </a:r>
            <a:r>
              <a:rPr lang="es-MX" sz="2800" dirty="0" err="1">
                <a:solidFill>
                  <a:schemeClr val="bg1"/>
                </a:solidFill>
                <a:latin typeface="Arial" pitchFamily="34" charset="0"/>
              </a:rPr>
              <a:t>cardiorespiratorio</a:t>
            </a:r>
            <a:endParaRPr lang="es-ES" sz="2800" dirty="0">
              <a:solidFill>
                <a:schemeClr val="bg1"/>
              </a:solidFill>
              <a:latin typeface="Arial" pitchFamily="34" charset="0"/>
            </a:endParaRPr>
          </a:p>
        </p:txBody>
      </p:sp>
      <p:pic>
        <p:nvPicPr>
          <p:cNvPr id="9223" name="banco" descr="4p3o485r2q2j69.jpg"/>
          <p:cNvPicPr>
            <a:picLocks noChangeAspect="1"/>
          </p:cNvPicPr>
          <p:nvPr/>
        </p:nvPicPr>
        <p:blipFill>
          <a:blip r:embed="rIdL47n4"/>
          <a:srcRect t="3333" b="3333"/>
          <a:stretch>
            <a:fillRect/>
          </a:stretch>
        </p:blipFill>
        <p:spPr>
          <a:xfrm>
            <a:off x="6294120" y="1385316"/>
            <a:ext cx="5486400" cy="5120640"/>
          </a:xfrm>
          <a:prstGeom prst="rect">
            <a:avLst/>
          </a:prstGeom>
        </p:spPr>
      </p:pic>
      <p:pic>
        <p:nvPicPr>
          <p:cNvPr id="9221" name="Logos K-9 ACC" descr="placa-principal.png"/>
          <p:cNvPicPr>
            <a:picLocks noChangeAspect="1"/>
          </p:cNvPicPr>
          <p:nvPr/>
        </p:nvPicPr>
        <p:blipFill>
          <a:blip r:embed="rIdL47n3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897660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48n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rtlCol="0" lIns="45720" rIns="45720" tIns="0" bIns="0" anchor="ctr" wrap="square">
            <a:normAutofit/>
          </a:bodyPr>
          <a:lstStyle/>
          <a:p>
            <a:pPr algn="l" indent="0" marL="0">
              <a:buNone/>
              <a:defRPr/>
            </a:pPr>
            <a:r>
              <a:rPr lang="es-MX" sz="3000" b="1" dirty="0" cap="none">
                <a:solidFill>
                  <a:srgbClr val="F4F7FB"/>
                </a:solidFill>
                <a:latin typeface="Arial"/>
              </a:rPr>
              <a:t>Quemadura de Boca Y Garganta</a:t>
            </a:r>
            <a:endParaRPr lang="es-ES" sz="4000" b="1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16000" y="2479675"/>
            <a:ext cx="5080000" cy="411480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s-MX" sz="2800" dirty="0">
                <a:solidFill>
                  <a:schemeClr val="bg1"/>
                </a:solidFill>
                <a:latin typeface="Arial" pitchFamily="34" charset="0"/>
              </a:rPr>
              <a:t>Dolor en el área afectada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s-MX" sz="2800" dirty="0">
                <a:solidFill>
                  <a:schemeClr val="bg1"/>
                </a:solidFill>
                <a:latin typeface="Arial" pitchFamily="34" charset="0"/>
              </a:rPr>
              <a:t>Hinchazón en la zona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s-MX" sz="2800" dirty="0">
                <a:solidFill>
                  <a:schemeClr val="bg1"/>
                </a:solidFill>
                <a:latin typeface="Arial" pitchFamily="34" charset="0"/>
              </a:rPr>
              <a:t>Dificultad respiratoria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s-MX" sz="2800" dirty="0">
                <a:solidFill>
                  <a:schemeClr val="bg1"/>
                </a:solidFill>
                <a:latin typeface="Arial" pitchFamily="34" charset="0"/>
              </a:rPr>
              <a:t>Posible pérdida del conocimiento</a:t>
            </a:r>
            <a:endParaRPr lang="es-ES" sz="2800" dirty="0">
              <a:solidFill>
                <a:schemeClr val="bg1"/>
              </a:solidFill>
              <a:latin typeface="Arial" pitchFamily="34" charset="0"/>
            </a:endParaRPr>
          </a:p>
        </p:txBody>
      </p:sp>
      <p:graphicFrame>
        <p:nvGraphicFramePr>
          <p:cNvPr id="8194" name="Object 0"/>
          <p:cNvGraphicFramePr>
            <a:graphicFrameLocks noGrp="1" noChangeAspect="1"/>
          </p:cNvGraphicFramePr>
          <p:nvPr>
            <p:ph type="clipArt" sz="half" idx="2"/>
            <p:extLst>
              <p:ext uri="{D42A27DB-BD31-4B8C-83A1-F6EECF244321}">
                <p14:modId xmlns:p14="http://schemas.microsoft.com/office/powerpoint/2010/main" val="1237766450"/>
              </p:ext>
            </p:extLst>
          </p:nvPr>
        </p:nvGraphicFramePr>
        <p:xfrm>
          <a:off x="6636431" y="2189388"/>
          <a:ext cx="4205740" cy="3630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PhotoPaint.Image.8" r:id="rIdL48n2" imgW="3530159" imgH="3047619" progId="CorelPhotoPaint.Image.8">
                  <p:embed/>
                </p:oleObj>
              </mc:Choice>
              <mc:Fallback>
                <p:oleObj name="CorelPhotoPaint.Image.8" r:id="rIdL48n2" imgW="3530159" imgH="3047619" progId="CorelPhotoPaint.Imag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L48n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6431" y="2189388"/>
                        <a:ext cx="4205740" cy="36308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197" name="Logos K-9 ACC" descr="placa-principal.png"/>
          <p:cNvPicPr>
            <a:picLocks noChangeAspect="1"/>
          </p:cNvPicPr>
          <p:nvPr/>
        </p:nvPicPr>
        <p:blipFill>
          <a:blip r:embed="rIdL48n5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443910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MasterSp="0">
  <p:cSld>
    <p:bg>
      <p:bgPr>
        <a:blipFill dpi="0" rotWithShape="1">
          <a:blip r:embed="rIdL49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eaLnBrk="1" hangingPunct="1" indent="0" marL="0">
              <a:buNone/>
            </a:pPr>
            <a:r>
              <a:rPr lang="es-MX" b="1" dirty="0" sz="3000" cap="none">
                <a:solidFill>
                  <a:srgbClr val="F4F7FB"/>
                </a:solidFill>
                <a:latin typeface="Arial"/>
              </a:rPr>
              <a:t>Quemadura en Ojos</a:t>
            </a:r>
            <a:endParaRPr lang="es-ES" b="1" dirty="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147459" name="Rectangle 3"/>
          <p:cNvSpPr>
            <a:spLocks noGrp="1" noChangeArrowheads="1"/>
          </p:cNvSpPr>
          <p:nvPr>
            <p:ph idx="1"/>
          </p:nvPr>
        </p:nvSpPr>
        <p:spPr>
          <a:xfrm>
            <a:off x="2524125" y="2000250"/>
            <a:ext cx="3495675" cy="4565142"/>
          </a:xfrm>
        </p:spPr>
        <p:txBody>
          <a:bodyPr>
            <a:noAutofit/>
          </a:bodyPr>
          <a:lstStyle/>
          <a:p>
            <a:pPr>
              <a:buClr>
                <a:srgbClr val="92D050"/>
              </a:buClr>
              <a:buFont typeface="Wingdings" panose="05000000000000000000" pitchFamily="2" charset="2"/>
              <a:buChar char="v"/>
            </a:pPr>
            <a:r>
              <a:rPr lang="es-MX" sz="3200" dirty="0">
                <a:solidFill>
                  <a:schemeClr val="bg1"/>
                </a:solidFill>
                <a:latin typeface="Arial" pitchFamily="34" charset="0"/>
              </a:rPr>
              <a:t>Intenso dolor</a:t>
            </a:r>
          </a:p>
          <a:p>
            <a:pPr>
              <a:buClr>
                <a:srgbClr val="92D050"/>
              </a:buClr>
              <a:buFont typeface="Wingdings" panose="05000000000000000000" pitchFamily="2" charset="2"/>
              <a:buChar char="v"/>
            </a:pPr>
            <a:r>
              <a:rPr lang="es-MX" sz="3200" dirty="0">
                <a:solidFill>
                  <a:schemeClr val="bg1"/>
                </a:solidFill>
                <a:latin typeface="Arial" pitchFamily="34" charset="0"/>
              </a:rPr>
              <a:t>No tolera luz</a:t>
            </a:r>
          </a:p>
          <a:p>
            <a:pPr>
              <a:buClr>
                <a:srgbClr val="92D050"/>
              </a:buClr>
              <a:buFont typeface="Wingdings" panose="05000000000000000000" pitchFamily="2" charset="2"/>
              <a:buChar char="v"/>
            </a:pPr>
            <a:r>
              <a:rPr lang="es-MX" sz="3200" dirty="0">
                <a:solidFill>
                  <a:schemeClr val="bg1"/>
                </a:solidFill>
                <a:latin typeface="Arial" pitchFamily="34" charset="0"/>
              </a:rPr>
              <a:t>Párpados cerrados</a:t>
            </a:r>
          </a:p>
          <a:p>
            <a:pPr>
              <a:buClr>
                <a:srgbClr val="92D050"/>
              </a:buClr>
              <a:buFont typeface="Wingdings" panose="05000000000000000000" pitchFamily="2" charset="2"/>
              <a:buChar char="v"/>
            </a:pPr>
            <a:r>
              <a:rPr lang="es-MX" sz="3200" dirty="0">
                <a:solidFill>
                  <a:schemeClr val="bg1"/>
                </a:solidFill>
                <a:latin typeface="Arial" pitchFamily="34" charset="0"/>
              </a:rPr>
              <a:t>Enrojecimiento, hinchazón o lagrimeo excesivo</a:t>
            </a:r>
            <a:endParaRPr lang="es-ES" sz="3200" dirty="0">
              <a:solidFill>
                <a:schemeClr val="bg1"/>
              </a:solidFill>
            </a:endParaRPr>
          </a:p>
        </p:txBody>
      </p:sp>
      <p:pic>
        <p:nvPicPr>
          <p:cNvPr id="147462" name="banco" descr="1n0t472p334x02.jpg"/>
          <p:cNvPicPr>
            <a:picLocks noChangeAspect="1"/>
          </p:cNvPicPr>
          <p:nvPr/>
        </p:nvPicPr>
        <p:blipFill>
          <a:blip r:embed="rIdL49n5"/>
          <a:srcRect t="3333" b="3333"/>
          <a:stretch>
            <a:fillRect/>
          </a:stretch>
        </p:blipFill>
        <p:spPr>
          <a:xfrm>
            <a:off x="6294120" y="1385316"/>
            <a:ext cx="5486400" cy="5120640"/>
          </a:xfrm>
          <a:prstGeom prst="rect">
            <a:avLst/>
          </a:prstGeom>
        </p:spPr>
      </p:pic>
      <p:pic>
        <p:nvPicPr>
          <p:cNvPr id="147460" name="Logos K-9 ACC" descr="placa-principal.png"/>
          <p:cNvPicPr>
            <a:picLocks noChangeAspect="1"/>
          </p:cNvPicPr>
          <p:nvPr/>
        </p:nvPicPr>
        <p:blipFill>
          <a:blip r:embed="rIdL49n4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295415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50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5"/>
          <p:cNvSpPr>
            <a:spLocks noGrp="1" noChangeArrowheads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eaLnBrk="1" hangingPunct="1" indent="0" marL="0">
              <a:buNone/>
            </a:pPr>
            <a:r>
              <a:rPr lang="es-MX" dirty="0" sz="3000" b="1" cap="none">
                <a:solidFill>
                  <a:srgbClr val="F4F7FB"/>
                </a:solidFill>
                <a:latin typeface="Arial"/>
              </a:rPr>
              <a:t>Quemadura Solar</a:t>
            </a:r>
            <a:endParaRPr lang="es-ES" dirty="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149507" name="Rectangle 6"/>
          <p:cNvSpPr>
            <a:spLocks noGrp="1" noChangeArrowheads="1"/>
          </p:cNvSpPr>
          <p:nvPr>
            <p:ph idx="1"/>
          </p:nvPr>
        </p:nvSpPr>
        <p:spPr>
          <a:xfrm>
            <a:off x="411480" y="2103437"/>
            <a:ext cx="11369040" cy="4525963"/>
          </a:xfrm>
        </p:spPr>
        <p:txBody>
          <a:bodyPr>
            <a:noAutofit/>
          </a:bodyPr>
          <a:lstStyle/>
          <a:p>
            <a:pPr eaLnBrk="1" hangingPunct="1">
              <a:buFont typeface="Wingdings" panose="05000000000000000000" pitchFamily="2" charset="2"/>
              <a:buChar char="v"/>
            </a:pPr>
            <a:r>
              <a:rPr lang="es-MX" sz="3200" dirty="0">
                <a:solidFill>
                  <a:schemeClr val="bg1"/>
                </a:solidFill>
                <a:latin typeface="Arial" pitchFamily="34" charset="0"/>
              </a:rPr>
              <a:t>Enrojecimiento de la piel, escozor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s-MX" sz="3200" dirty="0">
                <a:solidFill>
                  <a:schemeClr val="bg1"/>
                </a:solidFill>
                <a:latin typeface="Arial" pitchFamily="34" charset="0"/>
              </a:rPr>
              <a:t>Hipersensibilidad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s-MX" sz="3200" dirty="0">
                <a:solidFill>
                  <a:schemeClr val="bg1"/>
                </a:solidFill>
                <a:latin typeface="Arial" pitchFamily="34" charset="0"/>
              </a:rPr>
              <a:t>Piel hinchada y caliente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s-MX" sz="3200" dirty="0">
                <a:solidFill>
                  <a:schemeClr val="bg1"/>
                </a:solidFill>
                <a:latin typeface="Arial" pitchFamily="34" charset="0"/>
              </a:rPr>
              <a:t>Ámpulas</a:t>
            </a:r>
            <a:endParaRPr lang="es-ES" sz="3200" dirty="0">
              <a:solidFill>
                <a:schemeClr val="bg1"/>
              </a:solidFill>
              <a:latin typeface="Arial" pitchFamily="34" charset="0"/>
            </a:endParaRPr>
          </a:p>
        </p:txBody>
      </p:sp>
      <p:pic>
        <p:nvPicPr>
          <p:cNvPr id="149509" name="Logos K-9 ACC" descr="placa-principal.png"/>
          <p:cNvPicPr>
            <a:picLocks noChangeAspect="1"/>
          </p:cNvPicPr>
          <p:nvPr/>
        </p:nvPicPr>
        <p:blipFill>
          <a:blip r:embed="rIdL50n3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142589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51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indent="0" marL="0">
              <a:buNone/>
            </a:pPr>
            <a:r>
              <a:rPr lang="es-MX" sz="3000" b="1" dirty="0" cap="none">
                <a:solidFill>
                  <a:srgbClr val="F4F7FB"/>
                </a:solidFill>
                <a:latin typeface="Arial"/>
              </a:rPr>
              <a:t>6.2 Lesiones sistémicas por calor</a:t>
            </a:r>
          </a:p>
        </p:txBody>
      </p:sp>
      <p:sp>
        <p:nvSpPr>
          <p:cNvPr id="9" name="Marcador de contenido 8"/>
          <p:cNvSpPr>
            <a:spLocks noGrp="1"/>
          </p:cNvSpPr>
          <p:nvPr>
            <p:ph sz="half" idx="1"/>
          </p:nvPr>
        </p:nvSpPr>
        <p:spPr>
          <a:xfrm>
            <a:off x="365760" y="1845734"/>
            <a:ext cx="5715000" cy="4278394"/>
          </a:xfrm>
        </p:spPr>
        <p:txBody>
          <a:bodyPr>
            <a:noAutofit/>
          </a:bodyPr>
          <a:lstStyle/>
          <a:p>
            <a:r>
              <a:rPr lang="es-MX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Calambre por calor: </a:t>
            </a:r>
          </a:p>
          <a:p>
            <a:pPr algn="l">
              <a:spcAft>
                <a:spcPts val="0"/>
              </a:spcAft>
            </a:pPr>
            <a:endParaRPr lang="es-MX" i="1" dirty="0" sz="100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>
              <a:spcAft>
                <a:spcPts val="0"/>
              </a:spcAft>
            </a:pPr>
            <a:r>
              <a:rPr lang="es-MX" i="1" dirty="0" sz="21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El tratamiento</a:t>
            </a:r>
            <a:r>
              <a:rPr lang="es-MX" b="1" i="1" dirty="0" sz="21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r>
              <a:rPr lang="es-MX" i="1" dirty="0" sz="21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s-MX" sz="18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>
              <a:spcAft>
                <a:spcPts val="0"/>
              </a:spcAft>
            </a:pPr>
            <a:r>
              <a:rPr lang="es-MX" i="1" dirty="0" sz="11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s-MX" sz="1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l"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s-MX" dirty="0" sz="21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Quitar al paciente del ambiente caliente.</a:t>
            </a:r>
            <a:endParaRPr lang="es-MX" sz="18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l"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s-MX" dirty="0" sz="21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Estirar suavemente el músculo. </a:t>
            </a:r>
            <a:endParaRPr lang="es-MX" sz="18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l"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s-MX" dirty="0" sz="21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Dar masaje para fomentar circulación. </a:t>
            </a:r>
            <a:endParaRPr lang="es-MX" sz="18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l"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s-MX" dirty="0" sz="21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Administrar líquidos con electrolitos como las bebidas deportivas o Vida Suero Oral.   </a:t>
            </a:r>
            <a:endParaRPr lang="es-MX" sz="18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s-MX" dirty="0" sz="1000">
              <a:solidFill>
                <a:schemeClr val="bg1"/>
              </a:solidFill>
            </a:endParaRPr>
          </a:p>
        </p:txBody>
      </p:sp>
      <p:sp>
        <p:nvSpPr>
          <p:cNvPr id="10" name="Marcador de contenido 9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5608320" cy="4412216"/>
          </a:xfrm>
        </p:spPr>
        <p:txBody>
          <a:bodyPr>
            <a:noAutofit/>
          </a:bodyPr>
          <a:lstStyle/>
          <a:p>
            <a:pPr algn="l">
              <a:spcAft>
                <a:spcPts val="0"/>
              </a:spcAft>
            </a:pPr>
            <a:r>
              <a:rPr lang="es-MX" sz="29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Golpe por calor</a:t>
            </a:r>
          </a:p>
          <a:p>
            <a:pPr algn="l">
              <a:spcAft>
                <a:spcPts val="0"/>
              </a:spcAft>
            </a:pPr>
            <a:endParaRPr lang="es-MX" i="1" dirty="0" sz="100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>
              <a:spcAft>
                <a:spcPts val="0"/>
              </a:spcAft>
            </a:pPr>
            <a:r>
              <a:rPr lang="es-MX" i="1" dirty="0" sz="24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El tratamiento: </a:t>
            </a:r>
            <a:endParaRPr lang="es-MX" sz="18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0"/>
              </a:spcAft>
            </a:pPr>
            <a:r>
              <a:rPr lang="es-MX" i="1" dirty="0" sz="12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s-MX" sz="1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s-MX" dirty="0" sz="24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Enfriamiento del paciente por medio de compresas de  agua tibia o fría.</a:t>
            </a:r>
            <a:endParaRPr lang="es-MX" sz="18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s-MX" dirty="0" sz="24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Administrar líquidos vía oral.</a:t>
            </a:r>
            <a:endParaRPr lang="es-MX" sz="18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s-MX" dirty="0" sz="24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Trasladar.</a:t>
            </a:r>
            <a:endParaRPr lang="es-MX" sz="18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algn="l">
              <a:spcAft>
                <a:spcPts val="0"/>
              </a:spcAft>
            </a:pPr>
            <a:r>
              <a:rPr lang="es-MX" dirty="0" sz="12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s-MX" sz="1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MX" dirty="0" sz="1000">
              <a:solidFill>
                <a:schemeClr val="bg1"/>
              </a:solidFill>
            </a:endParaRPr>
          </a:p>
        </p:txBody>
      </p:sp>
      <p:pic>
        <p:nvPicPr>
          <p:cNvPr id="11" name="Logos K-9 ACC" descr="placa-principal.png"/>
          <p:cNvPicPr>
            <a:picLocks noChangeAspect="1"/>
          </p:cNvPicPr>
          <p:nvPr/>
        </p:nvPicPr>
        <p:blipFill>
          <a:blip r:embed="rIdL51n5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620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51n2" name="breeze.wav"/>
          </p:stSnd>
        </p:sndAc>
      </p:transition>
    </mc:Choice>
    <mc:Fallback xmlns="">
      <p:transition spd="slow">
        <p:sndAc>
          <p:stSnd>
            <p:snd r:embed="rIdL51n4" name="breeze.wav"/>
          </p:stSnd>
        </p:sndAc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52n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indent="0" marL="0">
              <a:buNone/>
            </a:pPr>
            <a:r>
              <a:rPr lang="es-MX" b="1" dirty="0" sz="3000" cap="none">
                <a:solidFill>
                  <a:srgbClr val="F4F7FB"/>
                </a:solidFill>
                <a:latin typeface="Arial"/>
              </a:rPr>
              <a:t>6.3 Lesiones cutáneas por frio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5085168"/>
          </a:xfrm>
        </p:spPr>
        <p:txBody>
          <a:bodyPr>
            <a:noAutofit/>
          </a:bodyPr>
          <a:lstStyle/>
          <a:p>
            <a:r>
              <a:rPr lang="es-MX" dirty="0" sz="1800">
                <a:solidFill>
                  <a:schemeClr val="bg1"/>
                </a:solidFill>
              </a:rPr>
              <a:t>Definición: Es la congelación de tejidos corporales como consecuencia a la exposición a temperaturas muy frías.</a:t>
            </a:r>
          </a:p>
          <a:p>
            <a:pPr algn="l">
              <a:spcAft>
                <a:spcPts val="0"/>
              </a:spcAft>
            </a:pPr>
            <a:r>
              <a:rPr lang="es-MX" i="1" dirty="0" sz="18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El tratamiento:</a:t>
            </a:r>
            <a:endParaRPr lang="es-MX" sz="18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spcAft>
                <a:spcPts val="0"/>
              </a:spcAft>
            </a:pPr>
            <a:r>
              <a:rPr lang="es-MX" i="1" dirty="0" sz="9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s-MX" sz="925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s-MX" dirty="0" sz="18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Colocar al paciente en un ambiente caliente.</a:t>
            </a:r>
            <a:endParaRPr lang="es-MX" sz="18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s-MX" dirty="0" sz="18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Colocar la parte corporal afectada sobre una superficie caliente. </a:t>
            </a:r>
            <a:endParaRPr lang="es-MX" sz="18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s-MX" dirty="0" sz="18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Calentar a temperatura corporal. </a:t>
            </a:r>
            <a:endParaRPr lang="es-MX" sz="18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s-MX" dirty="0" sz="18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 es profunda la lesión no se recomienda el recalentamiento.</a:t>
            </a:r>
            <a:endParaRPr lang="es-MX" sz="18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s-MX" dirty="0" sz="18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Evitar dar masajes.   </a:t>
            </a:r>
            <a:endParaRPr lang="es-MX" sz="18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MX" dirty="0" sz="925">
              <a:solidFill>
                <a:schemeClr val="bg1"/>
              </a:solidFill>
            </a:endParaRPr>
          </a:p>
        </p:txBody>
      </p:sp>
      <p:pic>
        <p:nvPicPr>
          <p:cNvPr id="6" name="Marcador de contenido 5"/>
          <p:cNvPicPr>
            <a:picLocks noGrp="1" noChangeAspect="1"/>
          </p:cNvPicPr>
          <p:nvPr>
            <p:ph sz="half" idx="2"/>
          </p:nvPr>
        </p:nvPicPr>
        <p:blipFill>
          <a:blip r:embed="rIdL52n3"/>
          <a:stretch>
            <a:fillRect/>
          </a:stretch>
        </p:blipFill>
        <p:spPr>
          <a:xfrm>
            <a:off x="6294120" y="2450592"/>
            <a:ext cx="5486400" cy="2990088"/>
          </a:xfrm>
          <a:prstGeom prst="rect">
            <a:avLst/>
          </a:prstGeom>
        </p:spPr>
      </p:pic>
      <p:pic>
        <p:nvPicPr>
          <p:cNvPr id="7" name="Logos K-9 ACC" descr="placa-principal.png"/>
          <p:cNvPicPr>
            <a:picLocks noChangeAspect="1"/>
          </p:cNvPicPr>
          <p:nvPr/>
        </p:nvPicPr>
        <p:blipFill>
          <a:blip r:embed="rIdL52n6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333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52n2" name="breeze.wav"/>
          </p:stSnd>
        </p:sndAc>
      </p:transition>
    </mc:Choice>
    <mc:Fallback xmlns="">
      <p:transition spd="slow">
        <p:sndAc>
          <p:stSnd>
            <p:snd r:embed="rIdL52n5" name="breeze.wav"/>
          </p:stSnd>
        </p:sndAc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53n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indent="0" marL="0">
              <a:buNone/>
            </a:pPr>
            <a:r>
              <a:rPr lang="es-MX" sz="3000" b="1" dirty="0" cap="none">
                <a:solidFill>
                  <a:srgbClr val="F4F7FB"/>
                </a:solidFill>
                <a:latin typeface="Arial"/>
              </a:rPr>
              <a:t>6.4 Lesiones sistémicas por frío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11480" y="1845734"/>
            <a:ext cx="5608320" cy="4719658"/>
          </a:xfrm>
        </p:spPr>
        <p:txBody>
          <a:bodyPr>
            <a:noAutofit/>
          </a:bodyPr>
          <a:lstStyle/>
          <a:p>
            <a:r>
              <a:rPr lang="es-MX" sz="2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Hipotermia: </a:t>
            </a:r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 la condición en la cual la temperatura interna corporal disminuye por debajo de los 35ºC, afecta a individuos sanos que no estando preparados para  ello y son expuestos a condiciones adversas.</a:t>
            </a:r>
          </a:p>
          <a:p>
            <a:pPr algn="l">
              <a:spcAft>
                <a:spcPts val="0"/>
              </a:spcAft>
            </a:pPr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Las causas</a:t>
            </a:r>
            <a:r>
              <a:rPr lang="es-MX" sz="2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s-MX" sz="18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l"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Permanecer al aire libre durante el invierno sin protegerse. </a:t>
            </a:r>
          </a:p>
          <a:p>
            <a:pPr marL="342900" lvl="0" indent="-342900" algn="l"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Caer de una embarcación en aguas frías.   </a:t>
            </a:r>
          </a:p>
          <a:p>
            <a:pPr marL="342900" lvl="0" indent="-342900" algn="l"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s-MX" sz="20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Usar ropas húmedas por mucho tiempo cuando hay viento o hace mucho frío. </a:t>
            </a:r>
          </a:p>
          <a:p>
            <a:pPr marL="0" lvl="0" indent="0" algn="l">
              <a:spcAft>
                <a:spcPts val="0"/>
              </a:spcAft>
              <a:buNone/>
            </a:pPr>
            <a:endParaRPr lang="es-MX" sz="9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s-MX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Marcador de contenido 5"/>
          <p:cNvPicPr>
            <a:picLocks noGrp="1" noChangeAspect="1"/>
          </p:cNvPicPr>
          <p:nvPr>
            <p:ph sz="half" idx="2"/>
          </p:nvPr>
        </p:nvPicPr>
        <p:blipFill>
          <a:blip r:embed="rIdL53n3"/>
          <a:stretch>
            <a:fillRect/>
          </a:stretch>
        </p:blipFill>
        <p:spPr>
          <a:xfrm>
            <a:off x="6294120" y="2120161"/>
            <a:ext cx="5486400" cy="3650949"/>
          </a:xfrm>
          <a:prstGeom prst="rect">
            <a:avLst/>
          </a:prstGeom>
        </p:spPr>
      </p:pic>
      <p:pic>
        <p:nvPicPr>
          <p:cNvPr id="7" name="Logos K-9 ACC" descr="placa-principal.png"/>
          <p:cNvPicPr>
            <a:picLocks noChangeAspect="1"/>
          </p:cNvPicPr>
          <p:nvPr/>
        </p:nvPicPr>
        <p:blipFill>
          <a:blip r:embed="rIdL53n6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868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53n2" name="breeze.wav"/>
          </p:stSnd>
        </p:sndAc>
      </p:transition>
    </mc:Choice>
    <mc:Fallback xmlns="">
      <p:transition spd="slow">
        <p:sndAc>
          <p:stSnd>
            <p:snd r:embed="rIdL53n5" name="breeze.wav"/>
          </p:stSnd>
        </p:sndAc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54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eaLnBrk="1" hangingPunct="1" indent="0" marL="0">
              <a:buNone/>
            </a:pPr>
            <a:r>
              <a:rPr lang="es-MX" b="1" i="1" dirty="0" sz="3000" cap="none">
                <a:solidFill>
                  <a:srgbClr val="F4F7FB"/>
                </a:solidFill>
                <a:latin typeface="Arial"/>
              </a:rPr>
              <a:t>Factores Que Agravan Una Quemadura</a:t>
            </a:r>
            <a:endParaRPr lang="es-ES" b="1" i="1" dirty="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15053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2667000" y="3013757"/>
            <a:ext cx="3429000" cy="2718206"/>
          </a:xfrm>
        </p:spPr>
        <p:txBody>
          <a:bodyPr>
            <a:noAutofit/>
          </a:bodyPr>
          <a:lstStyle/>
          <a:p>
            <a:pPr algn="ctr" eaLnBrk="1" hangingPunct="1">
              <a:buClr>
                <a:srgbClr val="F2C14E"/>
              </a:buClr>
              <a:buFont typeface="Wingdings" pitchFamily="2" charset="2"/>
              <a:buNone/>
            </a:pPr>
            <a:r>
              <a:rPr lang="es-MX" sz="3200" b="1" dirty="0">
                <a:solidFill>
                  <a:schemeClr val="bg1"/>
                </a:solidFill>
                <a:latin typeface="Arial" pitchFamily="34" charset="0"/>
              </a:rPr>
              <a:t>PRIMORDIALES</a:t>
            </a:r>
          </a:p>
          <a:p>
            <a:pPr eaLnBrk="1" hangingPunct="1">
              <a:buClr>
                <a:srgbClr val="F2C14E"/>
              </a:buClr>
              <a:buFont typeface="Wingdings" pitchFamily="2" charset="2"/>
              <a:buChar char="m"/>
            </a:pPr>
            <a:r>
              <a:rPr lang="es-MX" sz="3200" dirty="0">
                <a:solidFill>
                  <a:schemeClr val="bg1"/>
                </a:solidFill>
                <a:latin typeface="Arial" pitchFamily="34" charset="0"/>
              </a:rPr>
              <a:t>Extensión</a:t>
            </a:r>
          </a:p>
          <a:p>
            <a:pPr eaLnBrk="1" hangingPunct="1">
              <a:buClr>
                <a:srgbClr val="F2C14E"/>
              </a:buClr>
              <a:buFont typeface="Wingdings" pitchFamily="2" charset="2"/>
              <a:buChar char="m"/>
            </a:pPr>
            <a:r>
              <a:rPr lang="es-MX" sz="3200" dirty="0">
                <a:solidFill>
                  <a:schemeClr val="bg1"/>
                </a:solidFill>
                <a:latin typeface="Arial" pitchFamily="34" charset="0"/>
              </a:rPr>
              <a:t>Profundidad</a:t>
            </a:r>
          </a:p>
          <a:p>
            <a:pPr eaLnBrk="1" hangingPunct="1">
              <a:buClr>
                <a:srgbClr val="F2C14E"/>
              </a:buClr>
              <a:buFont typeface="Wingdings" pitchFamily="2" charset="2"/>
              <a:buChar char="m"/>
            </a:pPr>
            <a:r>
              <a:rPr lang="es-MX" sz="3200" dirty="0">
                <a:solidFill>
                  <a:schemeClr val="bg1"/>
                </a:solidFill>
                <a:latin typeface="Arial" pitchFamily="34" charset="0"/>
              </a:rPr>
              <a:t>Localización</a:t>
            </a:r>
            <a:endParaRPr lang="es-ES" sz="3200" dirty="0">
              <a:solidFill>
                <a:schemeClr val="bg1"/>
              </a:solidFill>
              <a:latin typeface="Arial" pitchFamily="34" charset="0"/>
            </a:endParaRPr>
          </a:p>
        </p:txBody>
      </p:sp>
      <p:sp>
        <p:nvSpPr>
          <p:cNvPr id="150532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6810375" y="3012624"/>
            <a:ext cx="3124200" cy="2718206"/>
          </a:xfrm>
        </p:spPr>
        <p:txBody>
          <a:bodyPr>
            <a:noAutofit/>
          </a:bodyPr>
          <a:lstStyle/>
          <a:p>
            <a:pPr algn="ctr" eaLnBrk="1" hangingPunct="1">
              <a:buClr>
                <a:srgbClr val="F2C14E"/>
              </a:buClr>
              <a:buFont typeface="Wingdings" pitchFamily="2" charset="2"/>
              <a:buNone/>
            </a:pPr>
            <a:r>
              <a:rPr lang="es-MX" sz="3200" b="1" dirty="0">
                <a:solidFill>
                  <a:schemeClr val="bg1"/>
                </a:solidFill>
                <a:latin typeface="Arial" pitchFamily="34" charset="0"/>
              </a:rPr>
              <a:t>ADICIONALES</a:t>
            </a:r>
          </a:p>
          <a:p>
            <a:pPr eaLnBrk="1" hangingPunct="1">
              <a:buClr>
                <a:srgbClr val="F2C14E"/>
              </a:buClr>
              <a:buFont typeface="Wingdings" pitchFamily="2" charset="2"/>
              <a:buChar char="m"/>
            </a:pPr>
            <a:r>
              <a:rPr lang="es-MX" sz="3200" dirty="0">
                <a:solidFill>
                  <a:schemeClr val="bg1"/>
                </a:solidFill>
                <a:latin typeface="Arial" pitchFamily="34" charset="0"/>
              </a:rPr>
              <a:t>Edad</a:t>
            </a:r>
          </a:p>
          <a:p>
            <a:pPr eaLnBrk="1" hangingPunct="1">
              <a:buClr>
                <a:srgbClr val="F2C14E"/>
              </a:buClr>
              <a:buFont typeface="Wingdings" pitchFamily="2" charset="2"/>
              <a:buChar char="m"/>
            </a:pPr>
            <a:r>
              <a:rPr lang="es-MX" sz="3200" dirty="0">
                <a:solidFill>
                  <a:schemeClr val="bg1"/>
                </a:solidFill>
                <a:latin typeface="Arial" pitchFamily="34" charset="0"/>
              </a:rPr>
              <a:t>Sexo</a:t>
            </a:r>
          </a:p>
          <a:p>
            <a:pPr eaLnBrk="1" hangingPunct="1">
              <a:buClr>
                <a:srgbClr val="F2C14E"/>
              </a:buClr>
              <a:buFont typeface="Wingdings" pitchFamily="2" charset="2"/>
              <a:buChar char="m"/>
            </a:pPr>
            <a:r>
              <a:rPr lang="es-MX" sz="3200" dirty="0">
                <a:solidFill>
                  <a:schemeClr val="bg1"/>
                </a:solidFill>
                <a:latin typeface="Arial" pitchFamily="34" charset="0"/>
              </a:rPr>
              <a:t>Enfermedad</a:t>
            </a:r>
            <a:endParaRPr lang="es-ES" sz="3200" dirty="0">
              <a:solidFill>
                <a:schemeClr val="bg1"/>
              </a:solidFill>
              <a:latin typeface="Arial" pitchFamily="34" charset="0"/>
            </a:endParaRPr>
          </a:p>
        </p:txBody>
      </p:sp>
      <p:pic>
        <p:nvPicPr>
          <p:cNvPr id="150533" name="Logos K-9 ACC" descr="placa-principal.png"/>
          <p:cNvPicPr>
            <a:picLocks noChangeAspect="1"/>
          </p:cNvPicPr>
          <p:nvPr/>
        </p:nvPicPr>
        <p:blipFill>
          <a:blip r:embed="rIdL54n3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691614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55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s K-9 ACC" descr="placa-principal.png"/>
          <p:cNvPicPr>
            <a:picLocks noChangeAspect="1"/>
          </p:cNvPicPr>
          <p:nvPr/>
        </p:nvPicPr>
        <p:blipFill>
          <a:blip r:embed="rIdL55n5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sp>
        <p:nvSpPr>
          <p:cNvPr id="5" name="nuestro texto"/>
          <p:cNvSpPr txBox="1"/>
          <p:nvPr/>
        </p:nvSpPr>
        <p:spPr>
          <a:xfrm>
            <a:off x="1371600" y="146304"/>
            <a:ext cx="78638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Clasificación de las quemaduras</a:t>
            </a:r>
          </a:p>
        </p:txBody>
      </p:sp>
      <p:sp>
        <p:nvSpPr>
          <p:cNvPr id="6" name="nuestro texto"/>
          <p:cNvSpPr txBox="1"/>
          <p:nvPr/>
        </p:nvSpPr>
        <p:spPr>
          <a:xfrm>
            <a:off x="457200" y="1371600"/>
            <a:ext cx="5562600" cy="5193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700" b="0">
                <a:solidFill>
                  <a:srgbClr val="FFFFFF"/>
                </a:solidFill>
                <a:latin typeface="Arial"/>
              </a:rPr>
              <a:t>•  Quemaduras 1er grado: Afectan la capa más superficial de la piel. Los síntomas son enrojecimiento de la piel, piel seca, dolor intenso tipo ardor e inflamación moderada.</a:t>
            </a:r>
          </a:p>
          <a:p>
            <a:pPr>
              <a:spcAft>
                <a:spcPts val="1000"/>
              </a:spcAft>
            </a:pPr>
            <a:r>
              <a:rPr sz="2700" b="0">
                <a:solidFill>
                  <a:srgbClr val="FFFFFF"/>
                </a:solidFill>
                <a:latin typeface="Arial"/>
              </a:rPr>
              <a:t>•  Quemaduras 2do grado: afecta la segunda capa de la piel provocando ampollas, ámpulas, inflamación del área, color rosado o rojo brillante y dolor.</a:t>
            </a:r>
          </a:p>
        </p:txBody>
      </p:sp>
      <p:sp>
        <p:nvSpPr>
          <p:cNvPr id="7" name="Tarjeta"/>
          <p:cNvSpPr/>
          <p:nvPr/>
        </p:nvSpPr>
        <p:spPr>
          <a:xfrm>
            <a:off x="6294120" y="1385316"/>
            <a:ext cx="5486400" cy="5120640"/>
          </a:xfrm>
          <a:prstGeom prst="round2DiagRect">
            <a:avLst>
              <a:gd name="adj1" fmla="val 12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quemaduras-1y2.png"/>
          <p:cNvPicPr>
            <a:picLocks noChangeAspect="1"/>
          </p:cNvPicPr>
          <p:nvPr/>
        </p:nvPicPr>
        <p:blipFill>
          <a:blip r:embed="rIdL55n6"/>
          <a:srcRect l="13610" r="13610"/>
          <a:stretch>
            <a:fillRect/>
          </a:stretch>
        </p:blipFill>
        <p:spPr>
          <a:xfrm>
            <a:off x="6385560" y="1476756"/>
            <a:ext cx="5303520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588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55n2" name="breeze.wav"/>
          </p:stSnd>
        </p:sndAc>
      </p:transition>
    </mc:Choice>
    <mc:Fallback xmlns="">
      <p:transition spd="slow">
        <p:sndAc>
          <p:stSnd>
            <p:snd r:embed="rIdL55n4" name="breeze.wav"/>
          </p:stSnd>
        </p:sndAc>
      </p:transition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L56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4" name="Logos K-9 ACC" descr="placa-principal.png"/>
          <p:cNvPicPr>
            <a:picLocks noChangeAspect="1"/>
          </p:cNvPicPr>
          <p:nvPr/>
        </p:nvPicPr>
        <p:blipFill>
          <a:blip r:embed="rIdL56n3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sp>
        <p:nvSpPr>
          <p:cNvPr id="5" name="nuestro texto"/>
          <p:cNvSpPr txBox="1"/>
          <p:nvPr/>
        </p:nvSpPr>
        <p:spPr>
          <a:xfrm>
            <a:off x="1371600" y="146304"/>
            <a:ext cx="78638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Clasificación de las quemaduras (continuación)</a:t>
            </a:r>
          </a:p>
        </p:txBody>
      </p:sp>
      <p:sp>
        <p:nvSpPr>
          <p:cNvPr id="6" name="nuestro texto"/>
          <p:cNvSpPr txBox="1"/>
          <p:nvPr/>
        </p:nvSpPr>
        <p:spPr>
          <a:xfrm>
            <a:off x="457200" y="1371600"/>
            <a:ext cx="5562600" cy="5193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800" b="0">
                <a:solidFill>
                  <a:srgbClr val="FFFFFF"/>
                </a:solidFill>
                <a:latin typeface="Arial"/>
              </a:rPr>
              <a:t>•  Quemaduras 3er grado: afecta toda la piel, músculos, tendones, nervios, hueso, se observa color blanco carbonizado, la piel pierde elasticidad y no existe dolor debido a la destrucción de las terminaciones nerviosas. Este tipo de quemadura se produce por contacto prolongado con elementos calientes, cáusticos o por electricidad.</a:t>
            </a:r>
          </a:p>
        </p:txBody>
      </p:sp>
      <p:sp>
        <p:nvSpPr>
          <p:cNvPr id="7" name="Tarjeta"/>
          <p:cNvSpPr/>
          <p:nvPr/>
        </p:nvSpPr>
        <p:spPr>
          <a:xfrm>
            <a:off x="7107815" y="1385316"/>
            <a:ext cx="3859009" cy="5120640"/>
          </a:xfrm>
          <a:prstGeom prst="round2DiagRect">
            <a:avLst>
              <a:gd name="adj1" fmla="val 12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quemaduras-3.png"/>
          <p:cNvPicPr>
            <a:picLocks noChangeAspect="1"/>
          </p:cNvPicPr>
          <p:nvPr/>
        </p:nvPicPr>
        <p:blipFill>
          <a:blip r:embed="rIdL56n4"/>
          <a:stretch>
            <a:fillRect/>
          </a:stretch>
        </p:blipFill>
        <p:spPr>
          <a:xfrm>
            <a:off x="7199255" y="1476756"/>
            <a:ext cx="3676129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57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315" name="Logos K-9 ACC" descr="placa-principal.png"/>
          <p:cNvPicPr>
            <a:picLocks noChangeAspect="1"/>
          </p:cNvPicPr>
          <p:nvPr/>
        </p:nvPicPr>
        <p:blipFill>
          <a:blip r:embed="rIdL57n3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sp>
        <p:nvSpPr>
          <p:cNvPr id="141316" name="nuestro texto"/>
          <p:cNvSpPr txBox="1"/>
          <p:nvPr/>
        </p:nvSpPr>
        <p:spPr>
          <a:xfrm>
            <a:off x="1371600" y="146304"/>
            <a:ext cx="78638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rial"/>
              </a:rPr>
              <a:t>Grados de las quemaduras</a:t>
            </a:r>
          </a:p>
        </p:txBody>
      </p:sp>
      <p:sp>
        <p:nvSpPr>
          <p:cNvPr id="141317" name="Tarjeta"/>
          <p:cNvSpPr/>
          <p:nvPr/>
        </p:nvSpPr>
        <p:spPr>
          <a:xfrm>
            <a:off x="320040" y="1293906"/>
            <a:ext cx="11551920" cy="5303459"/>
          </a:xfrm>
          <a:prstGeom prst="round2DiagRect">
            <a:avLst>
              <a:gd name="adj1" fmla="val 12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1318" name="Picture 141317" descr="quemaduras-grados.png"/>
          <p:cNvPicPr>
            <a:picLocks noChangeAspect="1"/>
          </p:cNvPicPr>
          <p:nvPr/>
        </p:nvPicPr>
        <p:blipFill>
          <a:blip r:embed="rIdL57n4"/>
          <a:stretch>
            <a:fillRect/>
          </a:stretch>
        </p:blipFill>
        <p:spPr>
          <a:xfrm>
            <a:off x="411480" y="1385346"/>
            <a:ext cx="11369040" cy="5120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376208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58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eaLnBrk="1" hangingPunct="1" algn="l" indent="0" marL="0">
              <a:buNone/>
            </a:pPr>
            <a:r>
              <a:rPr lang="es-MX" sz="3000" b="1" dirty="0" cap="none">
                <a:solidFill>
                  <a:srgbClr val="F4F7FB"/>
                </a:solidFill>
                <a:latin typeface="Arial"/>
              </a:rPr>
              <a:t>Regla De los 9</a:t>
            </a:r>
            <a:endParaRPr lang="es-ES" sz="4000" b="1" dirty="0">
              <a:solidFill>
                <a:schemeClr val="bg1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071527"/>
            <a:ext cx="4145280" cy="4514137"/>
          </a:xfrm>
        </p:spPr>
        <p:txBody>
          <a:bodyPr>
            <a:noAutofit/>
          </a:bodyPr>
          <a:lstStyle/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MX" sz="1900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   Determina la extensión de la quemadura en un adulto</a:t>
            </a:r>
          </a:p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endParaRPr lang="es-MX" sz="956" dirty="0">
              <a:solidFill>
                <a:schemeClr val="bg1"/>
              </a:solidFill>
              <a:latin typeface="Tahoma" pitchFamily="34" charset="0"/>
              <a:cs typeface="Tahoma" pitchFamily="34" charset="0"/>
            </a:endParaRPr>
          </a:p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MX" sz="1900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    9%  cabeza y cuello</a:t>
            </a:r>
          </a:p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MX" sz="1900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    9%  cada miembro torácico</a:t>
            </a:r>
          </a:p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MX" sz="1900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    18%  cara anterior del tronco</a:t>
            </a:r>
          </a:p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MX" sz="1900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    18%  cara posterior del tronco</a:t>
            </a:r>
          </a:p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MX" sz="1900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    18%  cada miembro pélvico</a:t>
            </a:r>
          </a:p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MX" sz="1900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    1%  genitales</a:t>
            </a:r>
            <a:endParaRPr lang="es-ES" sz="2068" dirty="0">
              <a:solidFill>
                <a:schemeClr val="bg1"/>
              </a:solidFill>
              <a:latin typeface="Tahoma" pitchFamily="34" charset="0"/>
              <a:cs typeface="Tahoma" pitchFamily="34" charset="0"/>
            </a:endParaRPr>
          </a:p>
        </p:txBody>
      </p:sp>
      <p:pic>
        <p:nvPicPr>
          <p:cNvPr id="142341" name="Logos K-9 ACC" descr="placa-principal.png"/>
          <p:cNvPicPr>
            <a:picLocks noChangeAspect="1"/>
          </p:cNvPicPr>
          <p:nvPr/>
        </p:nvPicPr>
        <p:blipFill>
          <a:blip r:embed="rIdL58n3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sp>
        <p:nvSpPr>
          <p:cNvPr id="142342" name="Tarjeta"/>
          <p:cNvSpPr/>
          <p:nvPr/>
        </p:nvSpPr>
        <p:spPr>
          <a:xfrm>
            <a:off x="6294120" y="2086356"/>
            <a:ext cx="5486400" cy="3718560"/>
          </a:xfrm>
          <a:prstGeom prst="round2DiagRect">
            <a:avLst>
              <a:gd name="adj1" fmla="val 12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2343" name="Picture 142342" descr="regla-9.png"/>
          <p:cNvPicPr>
            <a:picLocks noChangeAspect="1"/>
          </p:cNvPicPr>
          <p:nvPr/>
        </p:nvPicPr>
        <p:blipFill>
          <a:blip r:embed="rIdL58n4"/>
          <a:stretch>
            <a:fillRect/>
          </a:stretch>
        </p:blipFill>
        <p:spPr>
          <a:xfrm>
            <a:off x="6385560" y="2177796"/>
            <a:ext cx="5303520" cy="353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242476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59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eaLnBrk="1" hangingPunct="1" algn="l" indent="0" marL="0">
              <a:buNone/>
            </a:pPr>
            <a:r>
              <a:rPr lang="es-MX" sz="3000" b="1" dirty="0" cap="none">
                <a:solidFill>
                  <a:srgbClr val="F4F7FB"/>
                </a:solidFill>
                <a:latin typeface="Arial"/>
              </a:rPr>
              <a:t>Tratamiento General</a:t>
            </a:r>
            <a:r>
              <a:rPr lang="es-MX" sz="3000" dirty="0" b="1" cap="none">
                <a:solidFill>
                  <a:srgbClr val="F4F7FB"/>
                </a:solidFill>
                <a:latin typeface="Arial"/>
              </a:rPr>
              <a:t> </a:t>
            </a:r>
            <a:endParaRPr lang="es-ES" sz="4000" dirty="0">
              <a:solidFill>
                <a:schemeClr val="bg1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143363" name="Rectangle 3"/>
          <p:cNvSpPr>
            <a:spLocks noGrp="1" noChangeArrowheads="1"/>
          </p:cNvSpPr>
          <p:nvPr>
            <p:ph idx="1"/>
          </p:nvPr>
        </p:nvSpPr>
        <p:spPr>
          <a:xfrm>
            <a:off x="1703387" y="1207008"/>
            <a:ext cx="8785225" cy="5492089"/>
          </a:xfrm>
        </p:spPr>
        <p:txBody>
          <a:bodyPr>
            <a:noAutofit/>
          </a:bodyPr>
          <a:lstStyle/>
          <a:p>
            <a:pPr algn="ctr" eaLnBrk="1" hangingPunct="1">
              <a:lnSpc>
                <a:spcPct val="90000"/>
              </a:lnSpc>
              <a:buClr>
                <a:schemeClr val="bg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s-MX" sz="2000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Aplicar agua a chorro (depende la SCQ) </a:t>
            </a:r>
          </a:p>
          <a:p>
            <a:pPr algn="ctr" eaLnBrk="1" hangingPunct="1">
              <a:lnSpc>
                <a:spcPct val="90000"/>
              </a:lnSpc>
              <a:buClr>
                <a:schemeClr val="bg2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s-MX" sz="1019" dirty="0">
              <a:solidFill>
                <a:schemeClr val="bg1"/>
              </a:solidFill>
              <a:latin typeface="Tahoma" pitchFamily="34" charset="0"/>
              <a:cs typeface="Tahoma" pitchFamily="34" charset="0"/>
            </a:endParaRPr>
          </a:p>
          <a:p>
            <a:pPr algn="ctr" eaLnBrk="1" hangingPunct="1">
              <a:lnSpc>
                <a:spcPct val="90000"/>
              </a:lnSpc>
              <a:buClr>
                <a:schemeClr val="bg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s-MX" sz="2000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Tranquilizar al lesionado</a:t>
            </a:r>
          </a:p>
          <a:p>
            <a:pPr algn="ctr" eaLnBrk="1" hangingPunct="1">
              <a:lnSpc>
                <a:spcPct val="90000"/>
              </a:lnSpc>
              <a:buClr>
                <a:schemeClr val="bg2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s-MX" sz="1019" dirty="0">
              <a:solidFill>
                <a:schemeClr val="bg1"/>
              </a:solidFill>
              <a:latin typeface="Tahoma" pitchFamily="34" charset="0"/>
              <a:cs typeface="Tahoma" pitchFamily="34" charset="0"/>
            </a:endParaRPr>
          </a:p>
          <a:p>
            <a:pPr algn="ctr" eaLnBrk="1" hangingPunct="1">
              <a:lnSpc>
                <a:spcPct val="90000"/>
              </a:lnSpc>
              <a:buClr>
                <a:schemeClr val="bg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s-MX" sz="2000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Colocarlo en posición cómoda</a:t>
            </a:r>
          </a:p>
          <a:p>
            <a:pPr algn="ctr" eaLnBrk="1" hangingPunct="1">
              <a:lnSpc>
                <a:spcPct val="90000"/>
              </a:lnSpc>
              <a:buClr>
                <a:schemeClr val="bg2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s-MX" sz="1019" dirty="0">
              <a:solidFill>
                <a:schemeClr val="bg1"/>
              </a:solidFill>
              <a:latin typeface="Tahoma" pitchFamily="34" charset="0"/>
              <a:cs typeface="Tahoma" pitchFamily="34" charset="0"/>
            </a:endParaRPr>
          </a:p>
          <a:p>
            <a:pPr algn="ctr" eaLnBrk="1" hangingPunct="1">
              <a:lnSpc>
                <a:spcPct val="90000"/>
              </a:lnSpc>
              <a:buClr>
                <a:schemeClr val="bg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s-MX" sz="2000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Retirar objetos que compriman la zona</a:t>
            </a:r>
          </a:p>
          <a:p>
            <a:pPr algn="ctr" eaLnBrk="1" hangingPunct="1">
              <a:lnSpc>
                <a:spcPct val="90000"/>
              </a:lnSpc>
              <a:buClr>
                <a:schemeClr val="bg2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s-MX" sz="1019" dirty="0">
              <a:solidFill>
                <a:schemeClr val="bg1"/>
              </a:solidFill>
              <a:latin typeface="Tahoma" pitchFamily="34" charset="0"/>
              <a:cs typeface="Tahoma" pitchFamily="34" charset="0"/>
            </a:endParaRPr>
          </a:p>
          <a:p>
            <a:pPr algn="ctr" eaLnBrk="1" hangingPunct="1">
              <a:lnSpc>
                <a:spcPct val="90000"/>
              </a:lnSpc>
              <a:buClr>
                <a:schemeClr val="bg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s-MX" sz="2000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Retirar prendas calientes </a:t>
            </a:r>
          </a:p>
          <a:p>
            <a:pPr algn="ctr" eaLnBrk="1" hangingPunct="1">
              <a:lnSpc>
                <a:spcPct val="90000"/>
              </a:lnSpc>
              <a:buClr>
                <a:schemeClr val="bg2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s-MX" sz="1019" dirty="0">
              <a:solidFill>
                <a:schemeClr val="bg1"/>
              </a:solidFill>
              <a:latin typeface="Tahoma" pitchFamily="34" charset="0"/>
              <a:cs typeface="Tahoma" pitchFamily="34" charset="0"/>
            </a:endParaRPr>
          </a:p>
          <a:p>
            <a:pPr algn="ctr" eaLnBrk="1" hangingPunct="1">
              <a:lnSpc>
                <a:spcPct val="90000"/>
              </a:lnSpc>
              <a:buClr>
                <a:schemeClr val="bg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s-MX" sz="2000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Cubrir con gasas estériles (secas)</a:t>
            </a:r>
          </a:p>
          <a:p>
            <a:pPr algn="ctr" eaLnBrk="1" hangingPunct="1">
              <a:lnSpc>
                <a:spcPct val="90000"/>
              </a:lnSpc>
              <a:buClr>
                <a:schemeClr val="bg2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s-MX" sz="1019" dirty="0">
              <a:solidFill>
                <a:schemeClr val="bg1"/>
              </a:solidFill>
              <a:latin typeface="Tahoma" pitchFamily="34" charset="0"/>
              <a:cs typeface="Tahoma" pitchFamily="34" charset="0"/>
            </a:endParaRPr>
          </a:p>
          <a:p>
            <a:pPr algn="ctr" eaLnBrk="1" hangingPunct="1">
              <a:lnSpc>
                <a:spcPct val="90000"/>
              </a:lnSpc>
              <a:buClr>
                <a:schemeClr val="bg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s-MX" sz="2000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En lesiones faciales, confeccionar una máscara</a:t>
            </a:r>
            <a:endParaRPr lang="es-ES" sz="2400" dirty="0">
              <a:solidFill>
                <a:schemeClr val="bg1"/>
              </a:solidFill>
              <a:latin typeface="Tahoma" pitchFamily="34" charset="0"/>
              <a:cs typeface="Tahoma" pitchFamily="34" charset="0"/>
            </a:endParaRPr>
          </a:p>
        </p:txBody>
      </p:sp>
      <p:pic>
        <p:nvPicPr>
          <p:cNvPr id="143364" name="Logos K-9 ACC" descr="placa-principal.png"/>
          <p:cNvPicPr>
            <a:picLocks noChangeAspect="1"/>
          </p:cNvPicPr>
          <p:nvPr/>
        </p:nvPicPr>
        <p:blipFill>
          <a:blip r:embed="rIdL59n3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810345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60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11480" y="1207008"/>
            <a:ext cx="5608320" cy="5422392"/>
          </a:xfrm>
        </p:spPr>
        <p:txBody>
          <a:bodyPr>
            <a:noAutofit/>
          </a:bodyPr>
          <a:lstStyle/>
          <a:p>
            <a:pPr algn="ctr" eaLnBrk="1" hangingPunct="1">
              <a:lnSpc>
                <a:spcPct val="90000"/>
              </a:lnSpc>
              <a:buClr>
                <a:srgbClr val="92D050"/>
              </a:buClr>
              <a:buFont typeface="Wingdings" panose="05000000000000000000" pitchFamily="2" charset="2"/>
              <a:buChar char="v"/>
            </a:pPr>
            <a:r>
              <a:rPr lang="es-MX" sz="2500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Inmovilizar extremidades quemadas</a:t>
            </a:r>
          </a:p>
          <a:p>
            <a:pPr algn="ctr" eaLnBrk="1" hangingPunct="1">
              <a:lnSpc>
                <a:spcPct val="90000"/>
              </a:lnSpc>
              <a:buClr>
                <a:srgbClr val="92D050"/>
              </a:buClr>
              <a:buFont typeface="Wingdings" panose="05000000000000000000" pitchFamily="2" charset="2"/>
              <a:buChar char="v"/>
            </a:pPr>
            <a:endParaRPr lang="es-MX" sz="1076" dirty="0">
              <a:solidFill>
                <a:schemeClr val="bg1"/>
              </a:solidFill>
              <a:latin typeface="Tahoma" pitchFamily="34" charset="0"/>
              <a:cs typeface="Tahoma" pitchFamily="34" charset="0"/>
            </a:endParaRPr>
          </a:p>
          <a:p>
            <a:pPr algn="ctr" eaLnBrk="1" hangingPunct="1">
              <a:lnSpc>
                <a:spcPct val="90000"/>
              </a:lnSpc>
              <a:buClr>
                <a:srgbClr val="92D050"/>
              </a:buClr>
              <a:buFont typeface="Wingdings" panose="05000000000000000000" pitchFamily="2" charset="2"/>
              <a:buChar char="v"/>
            </a:pPr>
            <a:r>
              <a:rPr lang="es-MX" sz="2500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Prevenir estado de shock</a:t>
            </a:r>
          </a:p>
          <a:p>
            <a:pPr algn="ctr" eaLnBrk="1" hangingPunct="1">
              <a:lnSpc>
                <a:spcPct val="90000"/>
              </a:lnSpc>
              <a:buClr>
                <a:srgbClr val="92D050"/>
              </a:buClr>
              <a:buFont typeface="Wingdings" panose="05000000000000000000" pitchFamily="2" charset="2"/>
              <a:buChar char="v"/>
            </a:pPr>
            <a:endParaRPr lang="es-MX" sz="1076" dirty="0">
              <a:solidFill>
                <a:schemeClr val="bg1"/>
              </a:solidFill>
              <a:latin typeface="Tahoma" pitchFamily="34" charset="0"/>
              <a:cs typeface="Tahoma" pitchFamily="34" charset="0"/>
            </a:endParaRPr>
          </a:p>
          <a:p>
            <a:pPr algn="ctr" eaLnBrk="1" hangingPunct="1">
              <a:lnSpc>
                <a:spcPct val="90000"/>
              </a:lnSpc>
              <a:buClr>
                <a:srgbClr val="92D050"/>
              </a:buClr>
              <a:buFont typeface="Wingdings" panose="05000000000000000000" pitchFamily="2" charset="2"/>
              <a:buChar char="v"/>
            </a:pPr>
            <a:r>
              <a:rPr lang="es-MX" sz="2500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Dar agua a beber</a:t>
            </a:r>
          </a:p>
          <a:p>
            <a:pPr algn="ctr" eaLnBrk="1" hangingPunct="1">
              <a:lnSpc>
                <a:spcPct val="90000"/>
              </a:lnSpc>
              <a:buClr>
                <a:srgbClr val="92D050"/>
              </a:buClr>
              <a:buFont typeface="Wingdings" panose="05000000000000000000" pitchFamily="2" charset="2"/>
              <a:buChar char="v"/>
            </a:pPr>
            <a:endParaRPr lang="es-MX" sz="1076" dirty="0">
              <a:solidFill>
                <a:schemeClr val="bg1"/>
              </a:solidFill>
              <a:latin typeface="Tahoma" pitchFamily="34" charset="0"/>
              <a:cs typeface="Tahoma" pitchFamily="34" charset="0"/>
            </a:endParaRPr>
          </a:p>
          <a:p>
            <a:pPr algn="ctr" eaLnBrk="1" hangingPunct="1">
              <a:lnSpc>
                <a:spcPct val="90000"/>
              </a:lnSpc>
              <a:buClr>
                <a:srgbClr val="92D050"/>
              </a:buClr>
              <a:buFont typeface="Wingdings" panose="05000000000000000000" pitchFamily="2" charset="2"/>
              <a:buChar char="v"/>
            </a:pPr>
            <a:r>
              <a:rPr lang="es-MX" sz="2500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Aplicar RCP si es necesario</a:t>
            </a:r>
          </a:p>
          <a:p>
            <a:pPr algn="ctr" eaLnBrk="1" hangingPunct="1">
              <a:lnSpc>
                <a:spcPct val="90000"/>
              </a:lnSpc>
              <a:buClr>
                <a:srgbClr val="92D050"/>
              </a:buClr>
              <a:buFont typeface="Wingdings" panose="05000000000000000000" pitchFamily="2" charset="2"/>
              <a:buChar char="v"/>
            </a:pPr>
            <a:endParaRPr lang="es-MX" sz="1076" dirty="0">
              <a:solidFill>
                <a:schemeClr val="bg1"/>
              </a:solidFill>
              <a:latin typeface="Tahoma" pitchFamily="34" charset="0"/>
              <a:cs typeface="Tahoma" pitchFamily="34" charset="0"/>
            </a:endParaRPr>
          </a:p>
          <a:p>
            <a:pPr algn="ctr" eaLnBrk="1" hangingPunct="1">
              <a:lnSpc>
                <a:spcPct val="90000"/>
              </a:lnSpc>
              <a:buClr>
                <a:srgbClr val="92D050"/>
              </a:buClr>
              <a:buFont typeface="Wingdings" panose="05000000000000000000" pitchFamily="2" charset="2"/>
              <a:buChar char="v"/>
            </a:pPr>
            <a:r>
              <a:rPr lang="es-MX" sz="2500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Trasladar inmediatamente a un hospital</a:t>
            </a:r>
            <a:endParaRPr lang="es-ES" sz="2328" dirty="0">
              <a:solidFill>
                <a:schemeClr val="bg1"/>
              </a:solidFill>
              <a:latin typeface="Tahoma" pitchFamily="34" charset="0"/>
              <a:cs typeface="Tahoma" pitchFamily="34" charset="0"/>
            </a:endParaRPr>
          </a:p>
        </p:txBody>
      </p:sp>
      <p:pic>
        <p:nvPicPr>
          <p:cNvPr id="144388" name="Logos K-9 ACC" descr="placa-principal.png"/>
          <p:cNvPicPr>
            <a:picLocks noChangeAspect="1"/>
          </p:cNvPicPr>
          <p:nvPr/>
        </p:nvPicPr>
        <p:blipFill>
          <a:blip r:embed="rIdL60n4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pic>
        <p:nvPicPr>
          <p:cNvPr id="144389" name="original" descr="image.jpeg"/>
          <p:cNvPicPr>
            <a:picLocks noChangeAspect="1"/>
          </p:cNvPicPr>
          <p:nvPr/>
        </p:nvPicPr>
        <p:blipFill>
          <a:blip r:embed="rIdL60n2"/>
          <a:srcRect t="1753" b="1753"/>
          <a:stretch>
            <a:fillRect/>
          </a:stretch>
        </p:blipFill>
        <p:spPr>
          <a:xfrm>
            <a:off x="6294120" y="1385316"/>
            <a:ext cx="5486400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788868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61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1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eaLnBrk="1" hangingPunct="1" algn="l" indent="0" marL="0">
              <a:buNone/>
            </a:pPr>
            <a:r>
              <a:rPr lang="es-MX" sz="3000" b="1" dirty="0" cap="none">
                <a:solidFill>
                  <a:srgbClr val="F4F7FB"/>
                </a:solidFill>
                <a:latin typeface="Arial"/>
              </a:rPr>
              <a:t>Prohibiciones</a:t>
            </a:r>
            <a:endParaRPr lang="es-ES" sz="4000" b="1" dirty="0">
              <a:solidFill>
                <a:schemeClr val="bg1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145412" name="Rectangle 3"/>
          <p:cNvSpPr>
            <a:spLocks noGrp="1" noChangeArrowheads="1"/>
          </p:cNvSpPr>
          <p:nvPr>
            <p:ph idx="1"/>
          </p:nvPr>
        </p:nvSpPr>
        <p:spPr>
          <a:xfrm>
            <a:off x="1371600" y="1234440"/>
            <a:ext cx="9448800" cy="5120640"/>
          </a:xfrm>
        </p:spPr>
        <p:txBody>
          <a:bodyPr>
            <a:noAutofit/>
          </a:bodyPr>
          <a:lstStyle/>
          <a:p>
            <a:pPr algn="l" eaLnBrk="1" hangingPunct="1">
              <a:spcBef>
                <a:spcPts val="400"/>
              </a:spcBef>
              <a:spcAft>
                <a:spcPts val="400"/>
              </a:spcAft>
              <a:buClr>
                <a:srgbClr val="FFFF00"/>
              </a:buClr>
              <a:buFont typeface="Wingdings" panose="05000000000000000000" pitchFamily="2" charset="2"/>
              <a:buChar char="v"/>
            </a:pPr>
            <a:r>
              <a:rPr lang="es-MX" b="1" i="1" u="sng" dirty="0" sz="240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NO:</a:t>
            </a:r>
          </a:p>
          <a:p>
            <a:pPr algn="l" eaLnBrk="1" hangingPunct="1">
              <a:spcBef>
                <a:spcPts val="400"/>
              </a:spcBef>
              <a:spcAft>
                <a:spcPts val="400"/>
              </a:spcAft>
              <a:buClr>
                <a:srgbClr val="FFFF00"/>
              </a:buClr>
              <a:buFont typeface="Wingdings" panose="05000000000000000000" pitchFamily="2" charset="2"/>
              <a:buChar char="v"/>
            </a:pPr>
            <a:endParaRPr lang="es-MX" sz="1100" dirty="0">
              <a:solidFill>
                <a:schemeClr val="bg1"/>
              </a:solidFill>
              <a:latin typeface="Tahoma" pitchFamily="34" charset="0"/>
              <a:cs typeface="Tahoma" pitchFamily="34" charset="0"/>
            </a:endParaRPr>
          </a:p>
          <a:p>
            <a:pPr algn="l" eaLnBrk="1" hangingPunct="1">
              <a:spcBef>
                <a:spcPts val="400"/>
              </a:spcBef>
              <a:spcAft>
                <a:spcPts val="400"/>
              </a:spcAft>
              <a:buClr>
                <a:srgbClr val="FFFF00"/>
              </a:buClr>
              <a:buFont typeface="Wingdings" panose="05000000000000000000" pitchFamily="2" charset="2"/>
              <a:buChar char="v"/>
            </a:pPr>
            <a:r>
              <a:rPr lang="es-MX" sz="2400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Retirar nada que esté adherido</a:t>
            </a:r>
          </a:p>
          <a:p>
            <a:pPr algn="l" eaLnBrk="1" hangingPunct="1">
              <a:spcBef>
                <a:spcPts val="400"/>
              </a:spcBef>
              <a:spcAft>
                <a:spcPts val="400"/>
              </a:spcAft>
              <a:buClr>
                <a:srgbClr val="FFFF00"/>
              </a:buClr>
              <a:buFont typeface="Wingdings" panose="05000000000000000000" pitchFamily="2" charset="2"/>
              <a:buChar char="v"/>
            </a:pPr>
            <a:endParaRPr lang="es-MX" sz="1100" dirty="0">
              <a:solidFill>
                <a:schemeClr val="bg1"/>
              </a:solidFill>
              <a:latin typeface="Tahoma" pitchFamily="34" charset="0"/>
              <a:cs typeface="Tahoma" pitchFamily="34" charset="0"/>
            </a:endParaRPr>
          </a:p>
          <a:p>
            <a:pPr algn="l" eaLnBrk="1" hangingPunct="1">
              <a:spcBef>
                <a:spcPts val="400"/>
              </a:spcBef>
              <a:spcAft>
                <a:spcPts val="400"/>
              </a:spcAft>
              <a:buClr>
                <a:srgbClr val="FFFF00"/>
              </a:buClr>
              <a:buFont typeface="Wingdings" panose="05000000000000000000" pitchFamily="2" charset="2"/>
              <a:buChar char="v"/>
            </a:pPr>
            <a:r>
              <a:rPr lang="es-MX" sz="2400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Aplicar lociones, ungüentos ni grasa</a:t>
            </a:r>
          </a:p>
          <a:p>
            <a:pPr algn="l" eaLnBrk="1" hangingPunct="1">
              <a:spcBef>
                <a:spcPts val="400"/>
              </a:spcBef>
              <a:spcAft>
                <a:spcPts val="400"/>
              </a:spcAft>
              <a:buClr>
                <a:srgbClr val="FFFF00"/>
              </a:buClr>
              <a:buFont typeface="Wingdings" panose="05000000000000000000" pitchFamily="2" charset="2"/>
              <a:buChar char="v"/>
            </a:pPr>
            <a:endParaRPr lang="es-MX" sz="1100" dirty="0">
              <a:solidFill>
                <a:schemeClr val="bg1"/>
              </a:solidFill>
              <a:latin typeface="Tahoma" pitchFamily="34" charset="0"/>
              <a:cs typeface="Tahoma" pitchFamily="34" charset="0"/>
            </a:endParaRPr>
          </a:p>
          <a:p>
            <a:pPr algn="l" eaLnBrk="1" hangingPunct="1">
              <a:spcBef>
                <a:spcPts val="400"/>
              </a:spcBef>
              <a:spcAft>
                <a:spcPts val="400"/>
              </a:spcAft>
              <a:buClr>
                <a:srgbClr val="FFFF00"/>
              </a:buClr>
              <a:buFont typeface="Wingdings" panose="05000000000000000000" pitchFamily="2" charset="2"/>
              <a:buChar char="v"/>
            </a:pPr>
            <a:r>
              <a:rPr lang="es-MX" sz="2400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Romper ámpulas</a:t>
            </a:r>
          </a:p>
          <a:p>
            <a:pPr algn="l" eaLnBrk="1" hangingPunct="1">
              <a:spcBef>
                <a:spcPts val="400"/>
              </a:spcBef>
              <a:spcAft>
                <a:spcPts val="400"/>
              </a:spcAft>
              <a:buClr>
                <a:srgbClr val="FFFF00"/>
              </a:buClr>
              <a:buFont typeface="Wingdings" panose="05000000000000000000" pitchFamily="2" charset="2"/>
              <a:buChar char="v"/>
            </a:pPr>
            <a:endParaRPr lang="es-MX" sz="1100" dirty="0">
              <a:solidFill>
                <a:schemeClr val="bg1"/>
              </a:solidFill>
              <a:latin typeface="Tahoma" pitchFamily="34" charset="0"/>
              <a:cs typeface="Tahoma" pitchFamily="34" charset="0"/>
            </a:endParaRPr>
          </a:p>
          <a:p>
            <a:pPr algn="l" eaLnBrk="1" hangingPunct="1">
              <a:spcBef>
                <a:spcPts val="400"/>
              </a:spcBef>
              <a:spcAft>
                <a:spcPts val="400"/>
              </a:spcAft>
              <a:buClr>
                <a:srgbClr val="FFFF00"/>
              </a:buClr>
              <a:buFont typeface="Wingdings" panose="05000000000000000000" pitchFamily="2" charset="2"/>
              <a:buChar char="v"/>
            </a:pPr>
            <a:r>
              <a:rPr lang="es-MX" sz="2400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Retirar piel desprendida</a:t>
            </a:r>
          </a:p>
          <a:p>
            <a:pPr algn="l" eaLnBrk="1" hangingPunct="1">
              <a:spcBef>
                <a:spcPts val="400"/>
              </a:spcBef>
              <a:spcAft>
                <a:spcPts val="400"/>
              </a:spcAft>
              <a:buClr>
                <a:srgbClr val="FFFF00"/>
              </a:buClr>
              <a:buFont typeface="Wingdings" panose="05000000000000000000" pitchFamily="2" charset="2"/>
              <a:buChar char="v"/>
            </a:pPr>
            <a:endParaRPr lang="es-MX" sz="1100" dirty="0">
              <a:solidFill>
                <a:schemeClr val="bg1"/>
              </a:solidFill>
              <a:latin typeface="Tahoma" pitchFamily="34" charset="0"/>
              <a:cs typeface="Tahoma" pitchFamily="34" charset="0"/>
            </a:endParaRPr>
          </a:p>
          <a:p>
            <a:pPr algn="l" eaLnBrk="1" hangingPunct="1">
              <a:spcBef>
                <a:spcPts val="400"/>
              </a:spcBef>
              <a:spcAft>
                <a:spcPts val="400"/>
              </a:spcAft>
              <a:buClr>
                <a:srgbClr val="FFFF00"/>
              </a:buClr>
              <a:buFont typeface="Wingdings" panose="05000000000000000000" pitchFamily="2" charset="2"/>
              <a:buChar char="v"/>
            </a:pPr>
            <a:r>
              <a:rPr lang="es-MX" sz="2400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Tocar área lesionada</a:t>
            </a:r>
          </a:p>
          <a:p>
            <a:pPr algn="l" eaLnBrk="1" hangingPunct="1">
              <a:spcBef>
                <a:spcPts val="400"/>
              </a:spcBef>
              <a:spcAft>
                <a:spcPts val="400"/>
              </a:spcAft>
              <a:buClr>
                <a:srgbClr val="FFFF00"/>
              </a:buClr>
              <a:buFont typeface="Wingdings" panose="05000000000000000000" pitchFamily="2" charset="2"/>
              <a:buChar char="v"/>
            </a:pPr>
            <a:endParaRPr lang="es-MX" sz="1100" dirty="0">
              <a:solidFill>
                <a:schemeClr val="bg1"/>
              </a:solidFill>
              <a:latin typeface="Tahoma" pitchFamily="34" charset="0"/>
              <a:cs typeface="Tahoma" pitchFamily="34" charset="0"/>
            </a:endParaRPr>
          </a:p>
          <a:p>
            <a:pPr algn="l" eaLnBrk="1" hangingPunct="1">
              <a:spcBef>
                <a:spcPts val="400"/>
              </a:spcBef>
              <a:spcAft>
                <a:spcPts val="400"/>
              </a:spcAft>
              <a:buClr>
                <a:srgbClr val="FFFF00"/>
              </a:buClr>
              <a:buFont typeface="Wingdings" panose="05000000000000000000" pitchFamily="2" charset="2"/>
              <a:buChar char="v"/>
            </a:pPr>
            <a:r>
              <a:rPr lang="es-MX" sz="2400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Juntar piel con piel</a:t>
            </a:r>
            <a:endParaRPr lang="es-ES" sz="2045" dirty="0">
              <a:solidFill>
                <a:schemeClr val="bg1"/>
              </a:solidFill>
              <a:latin typeface="Tahoma" pitchFamily="34" charset="0"/>
              <a:cs typeface="Tahoma" pitchFamily="34" charset="0"/>
            </a:endParaRPr>
          </a:p>
        </p:txBody>
      </p:sp>
      <p:pic>
        <p:nvPicPr>
          <p:cNvPr id="145413" name="Logos K-9 ACC" descr="placa-principal.png"/>
          <p:cNvPicPr>
            <a:picLocks noChangeAspect="1"/>
          </p:cNvPicPr>
          <p:nvPr/>
        </p:nvPicPr>
        <p:blipFill>
          <a:blip r:embed="rIdL61n3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185389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62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indent="0" marL="0">
              <a:buNone/>
            </a:pPr>
            <a:r>
              <a:rPr lang="es-MX" sz="3000" b="1" dirty="0" cap="none">
                <a:solidFill>
                  <a:srgbClr val="F4F7FB"/>
                </a:solidFill>
                <a:latin typeface="Arial"/>
              </a:rPr>
              <a:t>UNIDAD 7. CONVULSIONES Y EPILEPSIA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11480" y="1463040"/>
            <a:ext cx="3931920" cy="4892040"/>
          </a:xfrm>
        </p:spPr>
        <p:txBody>
          <a:bodyPr>
            <a:noAutofit/>
          </a:bodyPr>
          <a:lstStyle/>
          <a:p>
            <a:endParaRPr lang="es-MX" b="1" dirty="0" sz="100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  <a:p>
            <a:endParaRPr lang="es-MX" b="1" dirty="0" sz="100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  <a:p>
            <a:endParaRPr lang="es-MX" b="1" dirty="0" sz="100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  <a:p>
            <a:r>
              <a:rPr lang="es-MX" b="1" dirty="0" sz="26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Causas</a:t>
            </a:r>
            <a:r>
              <a:rPr lang="es-MX" b="1" i="1" dirty="0" sz="26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:</a:t>
            </a:r>
            <a:r>
              <a:rPr lang="es-MX" dirty="0" sz="26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Una convulsión  se da cuando el cerebro deja de funcionar normalmente a causa de una lesión, enfermedad, fiebre o infección, la actividad eléctrica del cerebro se vuelve irregular.</a:t>
            </a:r>
            <a:endParaRPr lang="es-MX" dirty="0">
              <a:solidFill>
                <a:schemeClr val="bg1"/>
              </a:solidFill>
            </a:endParaRPr>
          </a:p>
        </p:txBody>
      </p:sp>
      <p:pic>
        <p:nvPicPr>
          <p:cNvPr id="7" name="Logos K-9 ACC" descr="placa-principal.png"/>
          <p:cNvPicPr>
            <a:picLocks noChangeAspect="1"/>
          </p:cNvPicPr>
          <p:nvPr/>
        </p:nvPicPr>
        <p:blipFill>
          <a:blip r:embed="rIdL62n5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pic>
        <p:nvPicPr>
          <p:cNvPr id="10" name="banco" descr="2j015t3w356j01.jpg"/>
          <p:cNvPicPr>
            <a:picLocks noChangeAspect="1"/>
          </p:cNvPicPr>
          <p:nvPr/>
        </p:nvPicPr>
        <p:blipFill>
          <a:blip r:embed="rIdL62n6"/>
          <a:stretch>
            <a:fillRect/>
          </a:stretch>
        </p:blipFill>
        <p:spPr>
          <a:xfrm>
            <a:off x="7330440" y="1385316"/>
            <a:ext cx="3413760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896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62n2" name="breeze.wav"/>
          </p:stSnd>
        </p:sndAc>
      </p:transition>
    </mc:Choice>
    <mc:Fallback xmlns="">
      <p:transition spd="slow">
        <p:sndAc>
          <p:stSnd>
            <p:snd r:embed="rIdL62n4" name="breeze.wav"/>
          </p:stSnd>
        </p:sndAc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63n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indent="0" marL="0">
              <a:buNone/>
            </a:pPr>
            <a:r>
              <a:rPr lang="es-MX" sz="3000" b="1" dirty="0" cap="none">
                <a:solidFill>
                  <a:srgbClr val="F4F7FB"/>
                </a:solidFill>
                <a:latin typeface="Arial"/>
              </a:rPr>
              <a:t>7.1 Características de la epilepsia.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1668" y="2327028"/>
            <a:ext cx="5188132" cy="4283202"/>
          </a:xfrm>
        </p:spPr>
        <p:txBody>
          <a:bodyPr>
            <a:noAutofit/>
          </a:bodyPr>
          <a:lstStyle/>
          <a:p>
            <a:pPr marL="342900" lvl="0" indent="-342900" algn="l"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s-MX" dirty="0" sz="18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Pérdida de conocimiento y caída al suelo.</a:t>
            </a:r>
          </a:p>
          <a:p>
            <a:pPr marL="342900" lvl="0" indent="-342900" algn="l"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s-MX" dirty="0" sz="18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Contracciones involuntarias de grandes grupos musculares. </a:t>
            </a:r>
          </a:p>
          <a:p>
            <a:pPr marL="342900" lvl="0" indent="-342900" algn="l"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s-MX" dirty="0" sz="18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Síntomas. La percepción subjetiva (sólo la persona las siente) de olores,  colores o sonidos (olor a almendras, lucecitas, zumbidos, etc.).</a:t>
            </a:r>
            <a:endParaRPr lang="es-MX" sz="18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s-MX" dirty="0" sz="18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 finalizar el enfermo entra en una especie de coma o estado estuporoso, despiertan sin recordar lo ocurrido, tienen fuertes dolores de cabeza y de todo el cuerpo, manifestando estar muy agotado. </a:t>
            </a:r>
            <a:endParaRPr lang="es-MX" sz="18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algn="l">
              <a:spcAft>
                <a:spcPts val="0"/>
              </a:spcAft>
            </a:pPr>
            <a:r>
              <a:rPr lang="es-MX" dirty="0" sz="9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s-MX" sz="10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MX" dirty="0" sz="1000">
              <a:solidFill>
                <a:schemeClr val="bg1"/>
              </a:solidFill>
            </a:endParaRPr>
          </a:p>
        </p:txBody>
      </p:sp>
      <p:pic>
        <p:nvPicPr>
          <p:cNvPr id="6" name="Marcador de contenido 5"/>
          <p:cNvPicPr>
            <a:picLocks noGrp="1" noChangeAspect="1"/>
          </p:cNvPicPr>
          <p:nvPr>
            <p:ph sz="half" idx="2"/>
          </p:nvPr>
        </p:nvPicPr>
        <p:blipFill>
          <a:blip r:embed="rIdL63n3"/>
          <a:stretch>
            <a:fillRect/>
          </a:stretch>
        </p:blipFill>
        <p:spPr>
          <a:xfrm>
            <a:off x="6294120" y="2062849"/>
            <a:ext cx="5486400" cy="3765573"/>
          </a:xfrm>
          <a:prstGeom prst="rect">
            <a:avLst/>
          </a:prstGeom>
        </p:spPr>
      </p:pic>
      <p:pic>
        <p:nvPicPr>
          <p:cNvPr id="7" name="Logos K-9 ACC" descr="placa-principal.png"/>
          <p:cNvPicPr>
            <a:picLocks noChangeAspect="1"/>
          </p:cNvPicPr>
          <p:nvPr/>
        </p:nvPicPr>
        <p:blipFill>
          <a:blip r:embed="rIdL63n6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34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63n2" name="breeze.wav"/>
          </p:stSnd>
        </p:sndAc>
      </p:transition>
    </mc:Choice>
    <mc:Fallback xmlns="">
      <p:transition spd="slow">
        <p:sndAc>
          <p:stSnd>
            <p:snd r:embed="rIdL63n5" name="breeze.wav"/>
          </p:stSnd>
        </p:sndAc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64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s K-9 ACC" descr="placa-principal.png"/>
          <p:cNvPicPr>
            <a:picLocks noChangeAspect="1"/>
          </p:cNvPicPr>
          <p:nvPr/>
        </p:nvPicPr>
        <p:blipFill>
          <a:blip r:embed="rIdL64n5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sp>
        <p:nvSpPr>
          <p:cNvPr id="10" name="nuestro texto"/>
          <p:cNvSpPr txBox="1"/>
          <p:nvPr/>
        </p:nvSpPr>
        <p:spPr>
          <a:xfrm>
            <a:off x="1371600" y="146304"/>
            <a:ext cx="78638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rial"/>
              </a:rPr>
              <a:t>Epilepsia · Conducta ante una crisis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949440" cy="4983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uestro texto"/>
          <p:cNvSpPr txBox="1"/>
          <p:nvPr/>
        </p:nvSpPr>
        <p:spPr>
          <a:xfrm>
            <a:off x="777240" y="1645920"/>
            <a:ext cx="6400800" cy="4572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 b="0">
                <a:solidFill>
                  <a:srgbClr val="0B2545"/>
                </a:solidFill>
                <a:latin typeface="Arial"/>
              </a:rPr>
              <a:t>✓  No dejar solo al paciente</a:t>
            </a:r>
          </a:p>
          <a:p>
            <a:pPr>
              <a:spcAft>
                <a:spcPts val="1000"/>
              </a:spcAft>
            </a:pPr>
            <a:r>
              <a:rPr sz="2600" b="0">
                <a:solidFill>
                  <a:srgbClr val="0B2545"/>
                </a:solidFill>
                <a:latin typeface="Arial"/>
              </a:rPr>
              <a:t>✓  Observar las características de las crisis</a:t>
            </a:r>
          </a:p>
          <a:p>
            <a:pPr>
              <a:spcAft>
                <a:spcPts val="1000"/>
              </a:spcAft>
            </a:pPr>
            <a:r>
              <a:rPr sz="2600" b="0">
                <a:solidFill>
                  <a:srgbClr val="0B2545"/>
                </a:solidFill>
                <a:latin typeface="Arial"/>
              </a:rPr>
              <a:t>✓  Despejar el área</a:t>
            </a:r>
          </a:p>
          <a:p>
            <a:pPr>
              <a:spcAft>
                <a:spcPts val="1000"/>
              </a:spcAft>
            </a:pPr>
            <a:r>
              <a:rPr sz="2600" b="0">
                <a:solidFill>
                  <a:srgbClr val="0B2545"/>
                </a:solidFill>
                <a:latin typeface="Arial"/>
              </a:rPr>
              <a:t>✓  Aflojar la ropa</a:t>
            </a:r>
          </a:p>
          <a:p>
            <a:pPr>
              <a:spcAft>
                <a:spcPts val="1000"/>
              </a:spcAft>
            </a:pPr>
            <a:r>
              <a:rPr sz="2600" b="0">
                <a:solidFill>
                  <a:srgbClr val="0B2545"/>
                </a:solidFill>
                <a:latin typeface="Arial"/>
              </a:rPr>
              <a:t>✓  Proteger la cabeza</a:t>
            </a:r>
          </a:p>
          <a:p>
            <a:pPr>
              <a:spcAft>
                <a:spcPts val="1000"/>
              </a:spcAft>
            </a:pPr>
            <a:r>
              <a:rPr sz="2600" b="0">
                <a:solidFill>
                  <a:srgbClr val="0B2545"/>
                </a:solidFill>
                <a:latin typeface="Arial"/>
              </a:rPr>
              <a:t>✓  Colocarlo de lado</a:t>
            </a:r>
          </a:p>
          <a:p>
            <a:pPr>
              <a:spcAft>
                <a:spcPts val="1000"/>
              </a:spcAft>
            </a:pPr>
            <a:r>
              <a:rPr sz="2600" b="0">
                <a:solidFill>
                  <a:srgbClr val="0B2545"/>
                </a:solidFill>
                <a:latin typeface="Arial"/>
              </a:rPr>
              <a:t>✓  Esperar a que la crisis termine sola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417320"/>
            <a:ext cx="40690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uestro caja"/>
          <p:cNvSpPr/>
          <p:nvPr/>
        </p:nvSpPr>
        <p:spPr>
          <a:xfrm>
            <a:off x="7680960" y="1417320"/>
            <a:ext cx="4069080" cy="731520"/>
          </a:xfrm>
          <a:prstGeom prst="roundRect">
            <a:avLst>
              <a:gd name="adj" fmla="val 18000"/>
            </a:avLst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NO</a:t>
            </a:r>
          </a:p>
        </p:txBody>
      </p:sp>
      <p:sp>
        <p:nvSpPr>
          <p:cNvPr id="15" name="nuestro texto"/>
          <p:cNvSpPr txBox="1"/>
          <p:nvPr/>
        </p:nvSpPr>
        <p:spPr>
          <a:xfrm>
            <a:off x="7955279" y="2331720"/>
            <a:ext cx="3566160" cy="137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700" b="0">
                <a:solidFill>
                  <a:srgbClr val="0B2545"/>
                </a:solidFill>
                <a:latin typeface="Arial"/>
              </a:rPr>
              <a:t>✗  No introducir ningún objeto en la boca</a:t>
            </a:r>
          </a:p>
        </p:txBody>
      </p:sp>
    </p:spTree>
    <p:extLst>
      <p:ext uri="{BB962C8B-B14F-4D97-AF65-F5344CB8AC3E}">
        <p14:creationId xmlns:p14="http://schemas.microsoft.com/office/powerpoint/2010/main" val="3831992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64n2" name="breeze.wav"/>
          </p:stSnd>
        </p:sndAc>
      </p:transition>
    </mc:Choice>
    <mc:Fallback xmlns="">
      <p:transition spd="slow">
        <p:sndAc>
          <p:stSnd>
            <p:snd r:embed="rIdL64n4" name="breeze.wav"/>
          </p:stSnd>
        </p:sndAc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65n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indent="0" marL="0">
              <a:buNone/>
            </a:pPr>
            <a:r>
              <a:rPr lang="es-MX" sz="2800" b="1" dirty="0" cap="none">
                <a:solidFill>
                  <a:srgbClr val="F4F7FB"/>
                </a:solidFill>
                <a:latin typeface="Arial"/>
              </a:rPr>
              <a:t>UNIDAD 8. INTOXICACIONES Y ENVENAMIENTOS.</a:t>
            </a:r>
          </a:p>
        </p:txBody>
      </p:sp>
      <p:sp>
        <p:nvSpPr>
          <p:cNvPr id="5" name="Marcador de contenido 4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>
            <a:noAutofit/>
          </a:bodyPr>
          <a:lstStyle/>
          <a:p>
            <a:pPr indent="0" algn="l">
              <a:spcAft>
                <a:spcPts val="0"/>
              </a:spcAft>
              <a:buNone/>
            </a:pPr>
            <a:r>
              <a:rPr lang="es-MX" dirty="0" sz="200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Intoxicación. Reacción del organismo a la entrada de un tóxico el cual puede causar lesiones o inclusive la muerte.</a:t>
            </a:r>
          </a:p>
          <a:p>
            <a:pPr indent="0" algn="l">
              <a:spcAft>
                <a:spcPts val="0"/>
              </a:spcAft>
              <a:buNone/>
            </a:pPr>
            <a:endParaRPr lang="es-MX" dirty="0" sz="1000">
              <a:solidFill>
                <a:schemeClr val="bg1"/>
              </a:solidFill>
            </a:endParaRPr>
          </a:p>
        </p:txBody>
      </p:sp>
      <p:sp>
        <p:nvSpPr>
          <p:cNvPr id="6" name="Marcador de contenido 5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>
            <a:noAutofit/>
          </a:bodyPr>
          <a:lstStyle/>
          <a:p>
            <a:r>
              <a:rPr lang="es-MX" dirty="0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Veneno. Un veneno o toxina es cualquier sustancia peligrosa para el cuerpo. Es posible tragarlo, inhalarlo, inyectarlo o absorberlo a través de la piel. 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L65n3"/>
          <a:stretch>
            <a:fillRect/>
          </a:stretch>
        </p:blipFill>
        <p:spPr>
          <a:xfrm>
            <a:off x="7148989" y="3404382"/>
            <a:ext cx="3075621" cy="1871003"/>
          </a:xfrm>
          <a:prstGeom prst="rect">
            <a:avLst/>
          </a:prstGeom>
        </p:spPr>
      </p:pic>
      <p:pic>
        <p:nvPicPr>
          <p:cNvPr id="9" name="Logos K-9 ACC" descr="placa-principal.png"/>
          <p:cNvPicPr>
            <a:picLocks noChangeAspect="1"/>
          </p:cNvPicPr>
          <p:nvPr/>
        </p:nvPicPr>
        <p:blipFill>
          <a:blip r:embed="rIdL65n6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pic>
        <p:nvPicPr>
          <p:cNvPr id="10" name="banco" descr="5o715s6j6f1d15.jpg"/>
          <p:cNvPicPr>
            <a:picLocks noChangeAspect="1"/>
          </p:cNvPicPr>
          <p:nvPr/>
        </p:nvPicPr>
        <p:blipFill>
          <a:blip r:embed="rIdL65n7"/>
          <a:stretch>
            <a:fillRect/>
          </a:stretch>
        </p:blipFill>
        <p:spPr>
          <a:xfrm>
            <a:off x="2127104" y="3200400"/>
            <a:ext cx="2878111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043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65n2" name="breeze.wav"/>
          </p:stSnd>
        </p:sndAc>
      </p:transition>
    </mc:Choice>
    <mc:Fallback xmlns="">
      <p:transition spd="slow">
        <p:sndAc>
          <p:stSnd>
            <p:snd r:embed="rIdL65n5" name="breeze.wav"/>
          </p:stSnd>
        </p:sndAc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66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indent="0" marL="0">
              <a:buNone/>
            </a:pPr>
            <a:r>
              <a:rPr lang="es-MX" sz="2800" b="1" dirty="0" cap="none">
                <a:solidFill>
                  <a:srgbClr val="F4F7FB"/>
                </a:solidFill>
                <a:latin typeface="Arial"/>
              </a:rPr>
              <a:t>UNIDAD 8. INTOXICACIONES Y ENVENAMIENTOS.</a:t>
            </a:r>
            <a:endParaRPr lang="es-MX" b="1" dirty="0">
              <a:solidFill>
                <a:schemeClr val="bg1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5716981"/>
          </a:xfrm>
        </p:spPr>
        <p:txBody>
          <a:bodyPr>
            <a:noAutofit/>
          </a:bodyPr>
          <a:lstStyle/>
          <a:p>
            <a:pPr indent="0" algn="l">
              <a:spcAft>
                <a:spcPts val="0"/>
              </a:spcAft>
              <a:buNone/>
            </a:pPr>
            <a:r>
              <a:rPr lang="es-MX" sz="22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Síntomas</a:t>
            </a:r>
          </a:p>
          <a:p>
            <a:pPr indent="0" algn="l">
              <a:spcAft>
                <a:spcPts val="0"/>
              </a:spcAft>
              <a:buNone/>
            </a:pPr>
            <a:endParaRPr lang="es-MX" sz="11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l"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s-MX" sz="22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Irritación ocular.</a:t>
            </a:r>
          </a:p>
          <a:p>
            <a:pPr marL="342900" lvl="0" indent="-342900" algn="l"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s-MX" sz="22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Alteración del estado de conciencia.</a:t>
            </a:r>
          </a:p>
          <a:p>
            <a:pPr marL="342900" lvl="0" indent="-342900" algn="l"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s-MX" sz="22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Falta de oxígeno.</a:t>
            </a:r>
          </a:p>
          <a:p>
            <a:pPr marL="342900" lvl="0" indent="-342900" algn="l"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s-MX" sz="22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Nauseas, mareo y vómito.</a:t>
            </a:r>
          </a:p>
          <a:p>
            <a:pPr marL="342900" lvl="0" indent="-342900" algn="l"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s-MX" sz="22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Convulsiones.</a:t>
            </a:r>
          </a:p>
          <a:p>
            <a:pPr marL="342900" lvl="0" indent="-342900" algn="l"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s-MX" sz="22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Coloración azulada de los labios o quemaduras en las comisuras de la nariz y la boca.</a:t>
            </a:r>
          </a:p>
          <a:p>
            <a:pPr algn="l">
              <a:spcAft>
                <a:spcPts val="0"/>
              </a:spcAft>
            </a:pPr>
            <a:r>
              <a:rPr lang="es-MX" sz="11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sz="1100"/>
          </a:p>
          <a:p>
            <a:pPr marL="0" indent="0" algn="l">
              <a:spcAft>
                <a:spcPts val="0"/>
              </a:spcAft>
              <a:buNone/>
            </a:pPr>
            <a:endParaRPr lang="es-MX" sz="11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s-MX" dirty="0" sz="1100">
              <a:solidFill>
                <a:schemeClr val="bg1"/>
              </a:solidFill>
            </a:endParaRPr>
          </a:p>
        </p:txBody>
      </p:sp>
      <p:sp>
        <p:nvSpPr>
          <p:cNvPr id="5" name="Marcador de contenido 4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5050231"/>
          </a:xfrm>
        </p:spPr>
        <p:txBody>
          <a:bodyPr>
            <a:noAutofit/>
          </a:bodyPr>
          <a:lstStyle/>
          <a:p>
            <a:pPr lvl="0" algn="l">
              <a:spcAft>
                <a:spcPts val="0"/>
              </a:spcAft>
              <a:buClr>
                <a:srgbClr val="E48312"/>
              </a:buClr>
            </a:pPr>
            <a:r>
              <a:rPr lang="es-MX" sz="2400" i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tratamiento </a:t>
            </a:r>
            <a:endParaRPr lang="es-MX" sz="2400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l">
              <a:spcAft>
                <a:spcPts val="0"/>
              </a:spcAft>
              <a:buClr>
                <a:srgbClr val="E48312"/>
              </a:buClr>
              <a:buFont typeface="Wingdings" panose="05000000000000000000" pitchFamily="2" charset="2"/>
              <a:buChar char=""/>
            </a:pPr>
            <a:r>
              <a:rPr lang="es-MX" sz="24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enjuagar la zona afectada con agua abundante. </a:t>
            </a:r>
          </a:p>
          <a:p>
            <a:pPr marL="342900" lvl="0" indent="-342900" algn="l">
              <a:spcAft>
                <a:spcPts val="0"/>
              </a:spcAft>
              <a:buClr>
                <a:srgbClr val="E48312"/>
              </a:buClr>
              <a:buFont typeface="Wingdings" panose="05000000000000000000" pitchFamily="2" charset="2"/>
              <a:buChar char=""/>
            </a:pPr>
            <a:r>
              <a:rPr lang="es-MX" sz="24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Alejar a la persona de la fuente de intoxicación. </a:t>
            </a:r>
          </a:p>
          <a:p>
            <a:pPr marL="342900" lvl="0" indent="-342900" algn="l">
              <a:spcAft>
                <a:spcPts val="0"/>
              </a:spcAft>
              <a:buClr>
                <a:srgbClr val="E48312"/>
              </a:buClr>
              <a:buFont typeface="Wingdings" panose="05000000000000000000" pitchFamily="2" charset="2"/>
              <a:buChar char=""/>
            </a:pPr>
            <a:r>
              <a:rPr lang="es-MX" sz="24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Quitar ropa contaminada. </a:t>
            </a:r>
          </a:p>
          <a:p>
            <a:pPr marL="342900" lvl="0" indent="-342900" algn="l">
              <a:spcAft>
                <a:spcPts val="0"/>
              </a:spcAft>
              <a:buClr>
                <a:srgbClr val="E48312"/>
              </a:buClr>
              <a:buFont typeface="Wingdings" panose="05000000000000000000" pitchFamily="2" charset="2"/>
              <a:buChar char=""/>
            </a:pPr>
            <a:r>
              <a:rPr lang="es-MX" sz="24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Revisar si la persona está consciente, respira y tiene pulso. </a:t>
            </a:r>
          </a:p>
          <a:p>
            <a:pPr marL="342900" lvl="0" indent="-342900" algn="l">
              <a:spcAft>
                <a:spcPts val="0"/>
              </a:spcAft>
              <a:buClr>
                <a:srgbClr val="E48312"/>
              </a:buClr>
              <a:buFont typeface="Wingdings" panose="05000000000000000000" pitchFamily="2" charset="2"/>
              <a:buChar char=""/>
            </a:pPr>
            <a:r>
              <a:rPr lang="es-MX" sz="24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 inducir el vómito. </a:t>
            </a:r>
          </a:p>
          <a:p>
            <a:pPr marL="342900" lvl="0" indent="-342900" algn="l">
              <a:spcAft>
                <a:spcPts val="0"/>
              </a:spcAft>
              <a:buClr>
                <a:srgbClr val="E48312"/>
              </a:buClr>
              <a:buFont typeface="Wingdings" panose="05000000000000000000" pitchFamily="2" charset="2"/>
              <a:buChar char=""/>
            </a:pPr>
            <a:r>
              <a:rPr lang="es-MX" sz="24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Trasladar al hospital.</a:t>
            </a:r>
          </a:p>
        </p:txBody>
      </p:sp>
      <p:pic>
        <p:nvPicPr>
          <p:cNvPr id="6" name="Logos K-9 ACC" descr="placa-principal.png"/>
          <p:cNvPicPr>
            <a:picLocks noChangeAspect="1"/>
          </p:cNvPicPr>
          <p:nvPr/>
        </p:nvPicPr>
        <p:blipFill>
          <a:blip r:embed="rIdL66n5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122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66n2" name="breeze.wav"/>
          </p:stSnd>
        </p:sndAc>
      </p:transition>
    </mc:Choice>
    <mc:Fallback xmlns="">
      <p:transition spd="slow">
        <p:sndAc>
          <p:stSnd>
            <p:snd r:embed="rIdL66n4" name="breeze.wav"/>
          </p:stSnd>
        </p:sndAc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67n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613" name="Logos K-9 ACC" descr="placa-principal.png"/>
          <p:cNvPicPr>
            <a:picLocks noChangeAspect="1"/>
          </p:cNvPicPr>
          <p:nvPr/>
        </p:nvPicPr>
        <p:blipFill>
          <a:blip r:embed="rIdL67n6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sp>
        <p:nvSpPr>
          <p:cNvPr id="196614" name="nuestro texto"/>
          <p:cNvSpPr txBox="1"/>
          <p:nvPr/>
        </p:nvSpPr>
        <p:spPr>
          <a:xfrm>
            <a:off x="1371600" y="146304"/>
            <a:ext cx="78638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rial"/>
              </a:rPr>
              <a:t>Mordedura de serpiente</a:t>
            </a:r>
          </a:p>
        </p:txBody>
      </p:sp>
      <p:sp>
        <p:nvSpPr>
          <p:cNvPr id="196615" name="nuestro texto"/>
          <p:cNvSpPr txBox="1"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En la mayoría de los casos las serpientes muerden al ser molestadas, para determinar la peligrosidad se debe tomar en cuenta la cantidad de veneno inoculado</a:t>
            </a:r>
          </a:p>
        </p:txBody>
      </p:sp>
    </p:spTree>
    <p:extLst>
      <p:ext uri="{BB962C8B-B14F-4D97-AF65-F5344CB8AC3E}">
        <p14:creationId xmlns:p14="http://schemas.microsoft.com/office/powerpoint/2010/main" val="1849863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67n2" name="breeze.wav"/>
          </p:stSnd>
        </p:sndAc>
      </p:transition>
    </mc:Choice>
    <mc:Fallback xmlns="">
      <p:transition spd="slow">
        <p:sndAc>
          <p:stSnd>
            <p:snd r:embed="rIdL67n4" name="breeze.wav"/>
          </p:stSnd>
        </p:sndAc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68n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1 Título"/>
          <p:cNvSpPr>
            <a:spLocks noGrp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eaLnBrk="1" hangingPunct="1" indent="0" marL="0">
              <a:buNone/>
            </a:pPr>
            <a:r>
              <a:rPr lang="es-MX" b="1" sz="3000" cap="none">
                <a:solidFill>
                  <a:srgbClr val="F4F7FB"/>
                </a:solidFill>
                <a:latin typeface="Arial"/>
              </a:rPr>
              <a:t>Datos</a:t>
            </a:r>
          </a:p>
        </p:txBody>
      </p:sp>
      <p:sp>
        <p:nvSpPr>
          <p:cNvPr id="197635" name="2 Marcador de contenido"/>
          <p:cNvSpPr>
            <a:spLocks noGrp="1"/>
          </p:cNvSpPr>
          <p:nvPr>
            <p:ph idx="1"/>
          </p:nvPr>
        </p:nvSpPr>
        <p:spPr>
          <a:xfrm>
            <a:off x="1057050" y="1808958"/>
            <a:ext cx="4962750" cy="4756434"/>
          </a:xfrm>
        </p:spPr>
        <p:txBody>
          <a:bodyPr>
            <a:noAutofit/>
          </a:bodyPr>
          <a:lstStyle/>
          <a:p>
            <a:pPr eaLnBrk="1" hangingPunct="1">
              <a:buFont typeface="Courier New" pitchFamily="49" charset="0"/>
              <a:buChar char="o"/>
            </a:pPr>
            <a:r>
              <a:rPr lang="es-MX" sz="2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Taquicardia</a:t>
            </a:r>
          </a:p>
          <a:p>
            <a:pPr eaLnBrk="1" hangingPunct="1">
              <a:buFontTx/>
              <a:buNone/>
            </a:pPr>
            <a:endParaRPr lang="es-MX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buFont typeface="Courier New" pitchFamily="49" charset="0"/>
              <a:buChar char="o"/>
            </a:pPr>
            <a:r>
              <a:rPr lang="es-MX" sz="2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Vomito con sangre</a:t>
            </a:r>
          </a:p>
          <a:p>
            <a:pPr eaLnBrk="1" hangingPunct="1">
              <a:buFontTx/>
              <a:buNone/>
            </a:pPr>
            <a:endParaRPr lang="es-MX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buFont typeface="Courier New" pitchFamily="49" charset="0"/>
              <a:buChar char="o"/>
            </a:pPr>
            <a:r>
              <a:rPr lang="es-MX" sz="2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Probable ceguera transitoria</a:t>
            </a:r>
          </a:p>
          <a:p>
            <a:pPr eaLnBrk="1" hangingPunct="1">
              <a:buFontTx/>
              <a:buNone/>
            </a:pPr>
            <a:endParaRPr lang="es-MX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buFont typeface="Courier New" pitchFamily="49" charset="0"/>
              <a:buChar char="o"/>
            </a:pPr>
            <a:r>
              <a:rPr lang="es-MX" sz="2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Midriasis</a:t>
            </a:r>
          </a:p>
        </p:txBody>
      </p:sp>
      <p:pic>
        <p:nvPicPr>
          <p:cNvPr id="197636" name="Picture 2" descr="http://t0.gstatic.com/images?q=tbn:fQF8xC-2uBKXYM:http://docencianacional.tripod.com/primeros_auxilios/morvenenosa.jpg">
            <a:hlinkClick r:id="rIdL68n3"/>
          </p:cNvPr>
          <p:cNvPicPr>
            <a:picLocks noChangeAspect="1" noChangeArrowheads="1"/>
          </p:cNvPicPr>
          <p:nvPr/>
        </p:nvPicPr>
        <p:blipFill>
          <a:blip r:embed="rIdL68n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76" r="12676"/>
          <a:stretch>
            <a:fillRect/>
          </a:stretch>
        </p:blipFill>
        <p:spPr bwMode="auto">
          <a:xfrm>
            <a:off x="6294120" y="1385316"/>
            <a:ext cx="5486400" cy="512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7637" name="Logos K-9 ACC" descr="placa-principal.png"/>
          <p:cNvPicPr>
            <a:picLocks noChangeAspect="1"/>
          </p:cNvPicPr>
          <p:nvPr/>
        </p:nvPicPr>
        <p:blipFill>
          <a:blip r:embed="rIdL68n7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907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68n2" name="breeze.wav"/>
          </p:stSnd>
        </p:sndAc>
      </p:transition>
    </mc:Choice>
    <mc:Fallback xmlns="">
      <p:transition spd="slow">
        <p:sndAc>
          <p:stSnd>
            <p:snd r:embed="rIdL68n5" name="breeze.wav"/>
          </p:stSnd>
        </p:sndAc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69n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2 Marcador de contenido"/>
          <p:cNvSpPr>
            <a:spLocks noGrp="1"/>
          </p:cNvSpPr>
          <p:nvPr>
            <p:ph idx="1"/>
          </p:nvPr>
        </p:nvSpPr>
        <p:spPr>
          <a:xfrm>
            <a:off x="547914" y="1847398"/>
            <a:ext cx="5471886" cy="4792465"/>
          </a:xfrm>
        </p:spPr>
        <p:txBody>
          <a:bodyPr>
            <a:noAutofit/>
          </a:bodyPr>
          <a:lstStyle/>
          <a:p>
            <a:pPr eaLnBrk="1" hangingPunct="1">
              <a:buFont typeface="Wingdings" panose="05000000000000000000" pitchFamily="2" charset="2"/>
              <a:buChar char="v"/>
            </a:pPr>
            <a:r>
              <a:rPr lang="es-MX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Edema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endParaRPr lang="es-MX" sz="1295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s-MX" sz="24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Escalofrios</a:t>
            </a:r>
            <a:endParaRPr lang="es-MX" sz="28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buFont typeface="Wingdings" panose="05000000000000000000" pitchFamily="2" charset="2"/>
              <a:buChar char="v"/>
            </a:pPr>
            <a:endParaRPr lang="es-MX" sz="1295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s-MX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Necrosis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endParaRPr lang="es-MX" sz="1295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buFont typeface="Wingdings" panose="05000000000000000000" pitchFamily="2" charset="2"/>
              <a:buChar char="v"/>
            </a:pPr>
            <a:r>
              <a:rPr lang="es-MX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Dolor intenso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endParaRPr lang="es-MX" sz="1295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s-MX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Adormecimiento y hormigueo en la zona</a:t>
            </a:r>
          </a:p>
          <a:p>
            <a:pPr eaLnBrk="1" hangingPunct="1">
              <a:buFont typeface="Wingdings" panose="05000000000000000000" pitchFamily="2" charset="2"/>
              <a:buChar char="v"/>
            </a:pPr>
            <a:endParaRPr lang="es-MX" dirty="0" sz="1295">
              <a:solidFill>
                <a:schemeClr val="bg1"/>
              </a:solidFill>
            </a:endParaRPr>
          </a:p>
        </p:txBody>
      </p:sp>
      <p:pic>
        <p:nvPicPr>
          <p:cNvPr id="198659" name="Picture 2" descr="http://t3.gstatic.com/images?q=tbn:qL97M8bFOhcuXM:http://www.icp.ucr.ac.cr/nuevo/images/Caso_clinico_Bothrops.jpg">
            <a:hlinkClick r:id="rIdL69n3"/>
          </p:cNvPr>
          <p:cNvPicPr>
            <a:picLocks noChangeAspect="1" noChangeArrowheads="1"/>
          </p:cNvPicPr>
          <p:nvPr/>
        </p:nvPicPr>
        <p:blipFill>
          <a:blip r:embed="rIdL69n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06" r="9306"/>
          <a:stretch>
            <a:fillRect/>
          </a:stretch>
        </p:blipFill>
        <p:spPr bwMode="auto">
          <a:xfrm>
            <a:off x="6294120" y="1385316"/>
            <a:ext cx="5486400" cy="512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8660" name="Logos K-9 ACC" descr="placa-principal.png"/>
          <p:cNvPicPr>
            <a:picLocks noChangeAspect="1"/>
          </p:cNvPicPr>
          <p:nvPr/>
        </p:nvPicPr>
        <p:blipFill>
          <a:blip r:embed="rIdL69n7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488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69n2" name="breeze.wav"/>
          </p:stSnd>
        </p:sndAc>
      </p:transition>
    </mc:Choice>
    <mc:Fallback xmlns="">
      <p:transition spd="slow">
        <p:sndAc>
          <p:stSnd>
            <p:snd r:embed="rIdL69n5" name="breeze.wav"/>
          </p:stSnd>
        </p:sndAc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70n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1 Título"/>
          <p:cNvSpPr>
            <a:spLocks noGrp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eaLnBrk="1" hangingPunct="1" indent="0" marL="0">
              <a:buNone/>
            </a:pPr>
            <a:r>
              <a:rPr lang="es-MX" sz="3000" b="1" dirty="0" cap="none">
                <a:solidFill>
                  <a:srgbClr val="F4F7FB"/>
                </a:solidFill>
                <a:latin typeface="Arial"/>
              </a:rPr>
              <a:t>Picadura de animales ponzoñosos</a:t>
            </a:r>
          </a:p>
        </p:txBody>
      </p:sp>
      <p:sp>
        <p:nvSpPr>
          <p:cNvPr id="200707" name="2 Marcador de contenido"/>
          <p:cNvSpPr>
            <a:spLocks noGrp="1"/>
          </p:cNvSpPr>
          <p:nvPr>
            <p:ph idx="1"/>
          </p:nvPr>
        </p:nvSpPr>
        <p:spPr>
          <a:xfrm>
            <a:off x="444046" y="1898650"/>
            <a:ext cx="5575754" cy="4776470"/>
          </a:xfrm>
        </p:spPr>
        <p:txBody>
          <a:bodyPr>
            <a:noAutofit/>
          </a:bodyPr>
          <a:lstStyle/>
          <a:p>
            <a:pPr eaLnBrk="1" hangingPunct="1">
              <a:buFontTx/>
              <a:buNone/>
            </a:pPr>
            <a:r>
              <a:rPr lang="es-MX" sz="23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Signos y síntomas generales:</a:t>
            </a:r>
          </a:p>
          <a:p>
            <a:pPr eaLnBrk="1" hangingPunct="1">
              <a:buFontTx/>
              <a:buNone/>
            </a:pPr>
            <a:endParaRPr lang="es-MX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eaLnBrk="1" hangingPunct="1">
              <a:buFont typeface="Courier New" pitchFamily="49" charset="0"/>
              <a:buChar char="o"/>
            </a:pPr>
            <a:r>
              <a:rPr lang="es-MX" sz="23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Dolor intenso</a:t>
            </a:r>
          </a:p>
          <a:p>
            <a:pPr eaLnBrk="1" hangingPunct="1">
              <a:buFont typeface="Courier New" pitchFamily="49" charset="0"/>
              <a:buChar char="o"/>
            </a:pPr>
            <a:r>
              <a:rPr lang="es-MX" sz="23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Edema</a:t>
            </a:r>
          </a:p>
          <a:p>
            <a:pPr eaLnBrk="1" hangingPunct="1">
              <a:buFont typeface="Courier New" pitchFamily="49" charset="0"/>
              <a:buChar char="o"/>
            </a:pPr>
            <a:r>
              <a:rPr lang="es-MX" sz="23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Adormecimiento</a:t>
            </a:r>
          </a:p>
          <a:p>
            <a:pPr eaLnBrk="1" hangingPunct="1">
              <a:buFont typeface="Courier New" pitchFamily="49" charset="0"/>
              <a:buChar char="o"/>
            </a:pPr>
            <a:r>
              <a:rPr lang="es-MX" sz="23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Contracciones musculares</a:t>
            </a:r>
          </a:p>
          <a:p>
            <a:pPr eaLnBrk="1" hangingPunct="1">
              <a:buFont typeface="Courier New" pitchFamily="49" charset="0"/>
              <a:buChar char="o"/>
            </a:pPr>
            <a:r>
              <a:rPr lang="es-MX" sz="23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Taquicardia</a:t>
            </a:r>
          </a:p>
          <a:p>
            <a:pPr eaLnBrk="1" hangingPunct="1">
              <a:buFontTx/>
              <a:buNone/>
            </a:pPr>
            <a:endParaRPr lang="es-MX" dirty="0" sz="1400">
              <a:solidFill>
                <a:schemeClr val="bg1"/>
              </a:solidFill>
            </a:endParaRPr>
          </a:p>
          <a:p>
            <a:pPr eaLnBrk="1" hangingPunct="1">
              <a:buFont typeface="Courier New" pitchFamily="49" charset="0"/>
              <a:buChar char="o"/>
            </a:pPr>
            <a:endParaRPr lang="es-MX" dirty="0" sz="1400">
              <a:solidFill>
                <a:schemeClr val="bg1"/>
              </a:solidFill>
            </a:endParaRPr>
          </a:p>
          <a:p>
            <a:pPr eaLnBrk="1" hangingPunct="1">
              <a:buFont typeface="Courier New" pitchFamily="49" charset="0"/>
              <a:buChar char="o"/>
            </a:pPr>
            <a:endParaRPr lang="es-MX" dirty="0" sz="1400">
              <a:solidFill>
                <a:schemeClr val="bg1"/>
              </a:solidFill>
            </a:endParaRPr>
          </a:p>
          <a:p>
            <a:pPr eaLnBrk="1" hangingPunct="1"/>
            <a:endParaRPr lang="es-MX" dirty="0" sz="1400">
              <a:solidFill>
                <a:schemeClr val="bg1"/>
              </a:solidFill>
            </a:endParaRPr>
          </a:p>
        </p:txBody>
      </p:sp>
      <p:pic>
        <p:nvPicPr>
          <p:cNvPr id="200713" name="banco" descr="200n3q0v3o3n0d.jpg"/>
          <p:cNvPicPr>
            <a:picLocks noChangeAspect="1"/>
          </p:cNvPicPr>
          <p:nvPr/>
        </p:nvPicPr>
        <p:blipFill>
          <a:blip r:embed="rIdL70n8"/>
          <a:srcRect t="12653" b="12653"/>
          <a:stretch>
            <a:fillRect/>
          </a:stretch>
        </p:blipFill>
        <p:spPr>
          <a:xfrm>
            <a:off x="6294120" y="1385316"/>
            <a:ext cx="5486400" cy="5120640"/>
          </a:xfrm>
          <a:prstGeom prst="rect">
            <a:avLst/>
          </a:prstGeom>
        </p:spPr>
      </p:pic>
      <p:pic>
        <p:nvPicPr>
          <p:cNvPr id="200710" name="Logos K-9 ACC" descr="placa-principal.png"/>
          <p:cNvPicPr>
            <a:picLocks noChangeAspect="1"/>
          </p:cNvPicPr>
          <p:nvPr/>
        </p:nvPicPr>
        <p:blipFill>
          <a:blip r:embed="rIdL70n7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618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70n2" name="breeze.wav"/>
          </p:stSnd>
        </p:sndAc>
      </p:transition>
    </mc:Choice>
    <mc:Fallback xmlns="">
      <p:transition spd="slow">
        <p:sndAc>
          <p:stSnd>
            <p:snd r:embed="rIdL70n5" name="breeze.wav"/>
          </p:stSnd>
        </p:sndAc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71n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1 Título"/>
          <p:cNvSpPr>
            <a:spLocks noGrp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eaLnBrk="1" hangingPunct="1" indent="0" marL="0">
              <a:buNone/>
            </a:pPr>
            <a:r>
              <a:rPr lang="es-MX" b="1" dirty="0" sz="3000" cap="none">
                <a:solidFill>
                  <a:srgbClr val="F4F7FB"/>
                </a:solidFill>
                <a:latin typeface="Arial"/>
              </a:rPr>
              <a:t>Tratamiento</a:t>
            </a:r>
          </a:p>
        </p:txBody>
      </p:sp>
      <p:sp>
        <p:nvSpPr>
          <p:cNvPr id="199683" name="2 Marcador de contenido"/>
          <p:cNvSpPr>
            <a:spLocks noGrp="1"/>
          </p:cNvSpPr>
          <p:nvPr>
            <p:ph idx="1"/>
          </p:nvPr>
        </p:nvSpPr>
        <p:spPr>
          <a:xfrm>
            <a:off x="2166938" y="1606098"/>
            <a:ext cx="7586663" cy="4525963"/>
          </a:xfrm>
        </p:spPr>
        <p:txBody>
          <a:bodyPr>
            <a:noAutofit/>
          </a:bodyPr>
          <a:lstStyle/>
          <a:p>
            <a:pPr algn="ctr" eaLnBrk="1" hangingPunct="1">
              <a:buFont typeface="Courier New" pitchFamily="49" charset="0"/>
              <a:buChar char="o"/>
            </a:pPr>
            <a:r>
              <a:rPr lang="es-MX" sz="2800" dirty="0">
                <a:solidFill>
                  <a:schemeClr val="bg1"/>
                </a:solidFill>
              </a:rPr>
              <a:t>Durante lo primeros minutos después de la mordedura succionar el veneno con el equipo adecuado.</a:t>
            </a:r>
          </a:p>
          <a:p>
            <a:pPr algn="ctr" eaLnBrk="1" hangingPunct="1">
              <a:buFont typeface="Courier New" pitchFamily="49" charset="0"/>
              <a:buChar char="o"/>
            </a:pPr>
            <a:r>
              <a:rPr lang="es-MX" sz="2800" dirty="0">
                <a:solidFill>
                  <a:schemeClr val="bg1"/>
                </a:solidFill>
              </a:rPr>
              <a:t>Mantenerlo en reposo</a:t>
            </a:r>
          </a:p>
          <a:p>
            <a:pPr algn="ctr" eaLnBrk="1" hangingPunct="1">
              <a:buFont typeface="Courier New" pitchFamily="49" charset="0"/>
              <a:buChar char="o"/>
            </a:pPr>
            <a:r>
              <a:rPr lang="es-MX" sz="2800" dirty="0">
                <a:solidFill>
                  <a:schemeClr val="bg1"/>
                </a:solidFill>
              </a:rPr>
              <a:t>Torniquete (ultima alternativa)</a:t>
            </a:r>
          </a:p>
          <a:p>
            <a:pPr algn="ctr" eaLnBrk="1" hangingPunct="1">
              <a:buFont typeface="Courier New" pitchFamily="49" charset="0"/>
              <a:buChar char="o"/>
            </a:pPr>
            <a:r>
              <a:rPr lang="es-MX" sz="2800" dirty="0">
                <a:solidFill>
                  <a:schemeClr val="bg1"/>
                </a:solidFill>
              </a:rPr>
              <a:t>Traslado inmediato</a:t>
            </a:r>
          </a:p>
        </p:txBody>
      </p:sp>
      <p:pic>
        <p:nvPicPr>
          <p:cNvPr id="199684" name="Logos K-9 ACC" descr="placa-principal.png"/>
          <p:cNvPicPr>
            <a:picLocks noChangeAspect="1"/>
          </p:cNvPicPr>
          <p:nvPr/>
        </p:nvPicPr>
        <p:blipFill>
          <a:blip r:embed="rIdL71n5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37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71n2" name="breeze.wav"/>
          </p:stSnd>
        </p:sndAc>
      </p:transition>
    </mc:Choice>
    <mc:Fallback xmlns="">
      <p:transition spd="slow">
        <p:sndAc>
          <p:stSnd>
            <p:snd r:embed="rIdL71n3" name="breeze.wav"/>
          </p:stSnd>
        </p:sndAc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72n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indent="0" marL="0">
              <a:buNone/>
            </a:pPr>
            <a:r>
              <a:rPr lang="es-MX" dirty="0" sz="3000" b="1" cap="none">
                <a:solidFill>
                  <a:srgbClr val="F4F7FB"/>
                </a:solidFill>
                <a:latin typeface="Arial"/>
              </a:rPr>
              <a:t>TRIAGE EN EL AREA DE DESASTRES</a:t>
            </a:r>
          </a:p>
        </p:txBody>
      </p:sp>
      <p:pic>
        <p:nvPicPr>
          <p:cNvPr id="9" name="banco" descr="5x70205n2y022y.jpg"/>
          <p:cNvPicPr>
            <a:picLocks noChangeAspect="1"/>
          </p:cNvPicPr>
          <p:nvPr/>
        </p:nvPicPr>
        <p:blipFill>
          <a:blip r:embed="rIdL72n6"/>
          <a:stretch>
            <a:fillRect/>
          </a:stretch>
        </p:blipFill>
        <p:spPr>
          <a:xfrm>
            <a:off x="3476244" y="1325880"/>
            <a:ext cx="5239512" cy="5239512"/>
          </a:xfrm>
          <a:prstGeom prst="rect">
            <a:avLst/>
          </a:prstGeom>
        </p:spPr>
      </p:pic>
      <p:pic>
        <p:nvPicPr>
          <p:cNvPr id="7" name="Logos K-9 ACC" descr="placa-principal.png"/>
          <p:cNvPicPr>
            <a:picLocks noChangeAspect="1"/>
          </p:cNvPicPr>
          <p:nvPr/>
        </p:nvPicPr>
        <p:blipFill>
          <a:blip r:embed="rIdL72n5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80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72n2" name="breeze.wav"/>
          </p:stSnd>
        </p:sndAc>
      </p:transition>
    </mc:Choice>
    <mc:Fallback xmlns="">
      <p:transition spd="slow">
        <p:sndAc>
          <p:stSnd>
            <p:snd r:embed="rIdL72n3" name="breeze.wav"/>
          </p:stSnd>
        </p:sndAc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73n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s K-9 ACC" descr="placa-principal.png"/>
          <p:cNvPicPr>
            <a:picLocks noChangeAspect="1"/>
          </p:cNvPicPr>
          <p:nvPr/>
        </p:nvPicPr>
        <p:blipFill>
          <a:blip r:embed="rIdL73n8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sp>
        <p:nvSpPr>
          <p:cNvPr id="6" name="nuestro texto"/>
          <p:cNvSpPr txBox="1"/>
          <p:nvPr/>
        </p:nvSpPr>
        <p:spPr>
          <a:xfrm>
            <a:off x="1371600" y="146304"/>
            <a:ext cx="78638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Que es un desastre?</a:t>
            </a:r>
          </a:p>
        </p:txBody>
      </p:sp>
      <p:sp>
        <p:nvSpPr>
          <p:cNvPr id="7" name="nuestro texto"/>
          <p:cNvSpPr txBox="1"/>
          <p:nvPr/>
        </p:nvSpPr>
        <p:spPr>
          <a:xfrm>
            <a:off x="457200" y="1371600"/>
            <a:ext cx="5562600" cy="5193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300" b="0">
                <a:solidFill>
                  <a:srgbClr val="FFFFFF"/>
                </a:solidFill>
                <a:latin typeface="Arial"/>
              </a:rPr>
              <a:t>•  Un desastre es un evento calamitoso, repentino o previsible, que trastorna seriamente el funcionamiento de una comunidad o sociedad y causa unas pérdidas humanas, materiales, económicas o ambientales que desbordan la capacidad de la comunidad o sociedad afectada para hacer frente a la situación a través de sus propios recursos. Aunque frecuentemente están causados por la naturaleza, los desastres pueden deberse a la actividad humana.</a:t>
            </a:r>
          </a:p>
        </p:txBody>
      </p:sp>
      <p:pic>
        <p:nvPicPr>
          <p:cNvPr id="11" name="banco" descr="281e3c144n3n2w.jpg"/>
          <p:cNvPicPr>
            <a:picLocks noChangeAspect="1"/>
          </p:cNvPicPr>
          <p:nvPr/>
        </p:nvPicPr>
        <p:blipFill>
          <a:blip r:embed="rIdL73n9"/>
          <a:srcRect t="3333" b="3333"/>
          <a:stretch>
            <a:fillRect/>
          </a:stretch>
        </p:blipFill>
        <p:spPr>
          <a:xfrm>
            <a:off x="6294120" y="1385316"/>
            <a:ext cx="5486400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28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73n2" name="breeze.wav"/>
          </p:stSnd>
        </p:sndAc>
      </p:transition>
    </mc:Choice>
    <mc:Fallback xmlns="">
      <p:transition spd="slow">
        <p:sndAc>
          <p:stSnd>
            <p:snd r:embed="rIdL73n6" name="breeze.wav"/>
          </p:stSnd>
        </p:sndAc>
      </p:transition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L74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" name="Logos K-9 ACC" descr="placa-principal.png"/>
          <p:cNvPicPr>
            <a:picLocks noChangeAspect="1"/>
          </p:cNvPicPr>
          <p:nvPr/>
        </p:nvPicPr>
        <p:blipFill>
          <a:blip r:embed="rIdL74n3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sp>
        <p:nvSpPr>
          <p:cNvPr id="6" name="nuestro texto"/>
          <p:cNvSpPr txBox="1"/>
          <p:nvPr/>
        </p:nvSpPr>
        <p:spPr>
          <a:xfrm>
            <a:off x="1371600" y="146304"/>
            <a:ext cx="78638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Que es un desastre? (continuación)</a:t>
            </a:r>
          </a:p>
        </p:txBody>
      </p:sp>
      <p:sp>
        <p:nvSpPr>
          <p:cNvPr id="7" name="nuestro texto"/>
          <p:cNvSpPr txBox="1"/>
          <p:nvPr/>
        </p:nvSpPr>
        <p:spPr>
          <a:xfrm>
            <a:off x="457200" y="1371600"/>
            <a:ext cx="5562600" cy="5193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800" b="0">
                <a:solidFill>
                  <a:srgbClr val="FFFFFF"/>
                </a:solidFill>
                <a:latin typeface="Arial"/>
              </a:rPr>
              <a:t>•  (VULNERABILIDAD + PELIGRO) /CAPACIDAD = DESASTRE</a:t>
            </a:r>
          </a:p>
          <a:p>
            <a:pPr>
              <a:spcAft>
                <a:spcPts val="1000"/>
              </a:spcAft>
            </a:pPr>
            <a:r>
              <a:rPr sz="2800" b="0">
                <a:solidFill>
                  <a:srgbClr val="FFFFFF"/>
                </a:solidFill>
                <a:latin typeface="Arial"/>
              </a:rPr>
              <a:t>•  Un desastre ocurre cuando un peligro tiene efectos en las personas vulnerables.</a:t>
            </a:r>
          </a:p>
          <a:p>
            <a:pPr>
              <a:spcAft>
                <a:spcPts val="1000"/>
              </a:spcAft>
            </a:pPr>
            <a:r>
              <a:rPr sz="2800" b="0">
                <a:solidFill>
                  <a:srgbClr val="FFFFFF"/>
                </a:solidFill>
                <a:latin typeface="Arial"/>
              </a:rPr>
              <a:t>•  Un peligro, combinado con vulnerabilidad e incapacidad para reducir sus consecuencias negativas potenciales, da lugar a un desastre.</a:t>
            </a:r>
          </a:p>
        </p:txBody>
      </p:sp>
      <p:pic>
        <p:nvPicPr>
          <p:cNvPr id="11" name="banco" descr="4s3j6w2q291d3a.jpg"/>
          <p:cNvPicPr>
            <a:picLocks noChangeAspect="1"/>
          </p:cNvPicPr>
          <p:nvPr/>
        </p:nvPicPr>
        <p:blipFill>
          <a:blip r:embed="rIdL74n4"/>
          <a:stretch>
            <a:fillRect/>
          </a:stretch>
        </p:blipFill>
        <p:spPr>
          <a:xfrm>
            <a:off x="7330440" y="1385316"/>
            <a:ext cx="34137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75n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Logos K-9 ACC" descr="placa-principal.png"/>
          <p:cNvPicPr>
            <a:picLocks noChangeAspect="1"/>
          </p:cNvPicPr>
          <p:nvPr/>
        </p:nvPicPr>
        <p:blipFill>
          <a:blip r:embed="rIdL75n5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sp>
        <p:nvSpPr>
          <p:cNvPr id="1028" name="nuestro texto"/>
          <p:cNvSpPr txBox="1"/>
          <p:nvPr/>
        </p:nvSpPr>
        <p:spPr>
          <a:xfrm>
            <a:off x="1371600" y="146304"/>
            <a:ext cx="78638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Clasificación de pacientes en el área de desastres</a:t>
            </a:r>
          </a:p>
        </p:txBody>
      </p:sp>
      <p:sp>
        <p:nvSpPr>
          <p:cNvPr id="1029" name="nuestro texto"/>
          <p:cNvSpPr txBox="1"/>
          <p:nvPr/>
        </p:nvSpPr>
        <p:spPr>
          <a:xfrm>
            <a:off x="457200" y="1234440"/>
            <a:ext cx="1124712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Arial"/>
              </a:rPr>
              <a:t>Triaje (del francés triage = clasificación) es un método de selección y clasificación de pacientes empleado en la medicina de emergencias y desastres. Evalúa las prioridades de atención, privilegiando la posibilidad de supervivencia, de acuerdo a las necesidades terapéuticas y los recursos disponibles.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Arial"/>
              </a:rPr>
              <a:t>Esta clasificación, que se ha ido empleando en la guerra, se ha extendido para las catástrofes. En estas se clasifica a los pacientes por colores:</a:t>
            </a:r>
          </a:p>
        </p:txBody>
      </p:sp>
      <p:sp>
        <p:nvSpPr>
          <p:cNvPr id="1030" name="nuestro caja"/>
          <p:cNvSpPr/>
          <p:nvPr/>
        </p:nvSpPr>
        <p:spPr>
          <a:xfrm>
            <a:off x="457200" y="3017520"/>
            <a:ext cx="1645920" cy="60350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2545"/>
                </a:solidFill>
                <a:latin typeface="Arial"/>
              </a:rPr>
              <a:t>Blanco</a:t>
            </a:r>
          </a:p>
        </p:txBody>
      </p:sp>
      <p:sp>
        <p:nvSpPr>
          <p:cNvPr id="1031" name="nuestro texto"/>
          <p:cNvSpPr txBox="1"/>
          <p:nvPr/>
        </p:nvSpPr>
        <p:spPr>
          <a:xfrm>
            <a:off x="2331720" y="3017520"/>
            <a:ext cx="941832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Arial"/>
              </a:rPr>
              <a:t>persona fallecidas.</a:t>
            </a:r>
          </a:p>
        </p:txBody>
      </p:sp>
      <p:sp>
        <p:nvSpPr>
          <p:cNvPr id="1032" name="nuestro caja"/>
          <p:cNvSpPr/>
          <p:nvPr/>
        </p:nvSpPr>
        <p:spPr>
          <a:xfrm>
            <a:off x="457200" y="3749039"/>
            <a:ext cx="1645920" cy="603504"/>
          </a:xfrm>
          <a:prstGeom prst="roundRect">
            <a:avLst>
              <a:gd name="adj" fmla="val 18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Negro</a:t>
            </a:r>
          </a:p>
        </p:txBody>
      </p:sp>
      <p:sp>
        <p:nvSpPr>
          <p:cNvPr id="1033" name="nuestro texto"/>
          <p:cNvSpPr txBox="1"/>
          <p:nvPr/>
        </p:nvSpPr>
        <p:spPr>
          <a:xfrm>
            <a:off x="2331720" y="3749039"/>
            <a:ext cx="941832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rial"/>
              </a:rPr>
              <a:t>las posibilidades de recuperación son nulas. En algunos triages diferencian el negro que es el paciente agonizante del blanco en que ya ha fallecido.</a:t>
            </a:r>
          </a:p>
        </p:txBody>
      </p:sp>
      <p:sp>
        <p:nvSpPr>
          <p:cNvPr id="1034" name="nuestro caja"/>
          <p:cNvSpPr/>
          <p:nvPr/>
        </p:nvSpPr>
        <p:spPr>
          <a:xfrm>
            <a:off x="457200" y="4480560"/>
            <a:ext cx="1645920" cy="603504"/>
          </a:xfrm>
          <a:prstGeom prst="roundRect">
            <a:avLst>
              <a:gd name="adj" fmla="val 18000"/>
            </a:avLst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Rojo</a:t>
            </a:r>
          </a:p>
        </p:txBody>
      </p:sp>
      <p:sp>
        <p:nvSpPr>
          <p:cNvPr id="1035" name="nuestro texto"/>
          <p:cNvSpPr txBox="1"/>
          <p:nvPr/>
        </p:nvSpPr>
        <p:spPr>
          <a:xfrm>
            <a:off x="2331720" y="4480560"/>
            <a:ext cx="941832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cuando el paciente tiene posibilidad de sobrevivir y la actuación médica debe ser inmediata.</a:t>
            </a:r>
          </a:p>
        </p:txBody>
      </p:sp>
      <p:sp>
        <p:nvSpPr>
          <p:cNvPr id="1036" name="nuestro caja"/>
          <p:cNvSpPr/>
          <p:nvPr/>
        </p:nvSpPr>
        <p:spPr>
          <a:xfrm>
            <a:off x="457200" y="5212080"/>
            <a:ext cx="1645920" cy="603504"/>
          </a:xfrm>
          <a:prstGeom prst="roundRect">
            <a:avLst>
              <a:gd name="adj" fmla="val 18000"/>
            </a:avLst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2545"/>
                </a:solidFill>
                <a:latin typeface="Arial"/>
              </a:rPr>
              <a:t>Amarillo</a:t>
            </a:r>
          </a:p>
        </p:txBody>
      </p:sp>
      <p:sp>
        <p:nvSpPr>
          <p:cNvPr id="1037" name="nuestro texto"/>
          <p:cNvSpPr txBox="1"/>
          <p:nvPr/>
        </p:nvSpPr>
        <p:spPr>
          <a:xfrm>
            <a:off x="2331720" y="5212080"/>
            <a:ext cx="941832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500" b="0">
                <a:solidFill>
                  <a:srgbClr val="FFFFFF"/>
                </a:solidFill>
                <a:latin typeface="Arial"/>
              </a:rPr>
              <a:t>pacientes que presentan una situación de urgencia con riesgo vital.</a:t>
            </a:r>
          </a:p>
        </p:txBody>
      </p:sp>
      <p:sp>
        <p:nvSpPr>
          <p:cNvPr id="1038" name="nuestro caja"/>
          <p:cNvSpPr/>
          <p:nvPr/>
        </p:nvSpPr>
        <p:spPr>
          <a:xfrm>
            <a:off x="457200" y="5943600"/>
            <a:ext cx="1645920" cy="603504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Verde</a:t>
            </a:r>
          </a:p>
        </p:txBody>
      </p:sp>
      <p:sp>
        <p:nvSpPr>
          <p:cNvPr id="1039" name="nuestro texto"/>
          <p:cNvSpPr txBox="1"/>
          <p:nvPr/>
        </p:nvSpPr>
        <p:spPr>
          <a:xfrm>
            <a:off x="2331720" y="5943600"/>
            <a:ext cx="941832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paciente levemente lesionado, que puede caminar y su traslado no precisa medio especial.</a:t>
            </a:r>
          </a:p>
        </p:txBody>
      </p:sp>
    </p:spTree>
    <p:extLst>
      <p:ext uri="{BB962C8B-B14F-4D97-AF65-F5344CB8AC3E}">
        <p14:creationId xmlns:p14="http://schemas.microsoft.com/office/powerpoint/2010/main" val="3502009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75n2" name="breeze.wav"/>
          </p:stSnd>
        </p:sndAc>
      </p:transition>
    </mc:Choice>
    <mc:Fallback xmlns="">
      <p:transition spd="slow">
        <p:sndAc>
          <p:stSnd>
            <p:snd r:embed="rIdL75n3" name="breeze.wav"/>
          </p:stSnd>
        </p:sndAc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76n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s K-9 ACC" descr="placa-principal.png"/>
          <p:cNvPicPr>
            <a:picLocks noChangeAspect="1"/>
          </p:cNvPicPr>
          <p:nvPr/>
        </p:nvPicPr>
        <p:blipFill>
          <a:blip r:embed="rIdL76n10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sp>
        <p:nvSpPr>
          <p:cNvPr id="10" name="nuestro texto"/>
          <p:cNvSpPr txBox="1"/>
          <p:nvPr/>
        </p:nvSpPr>
        <p:spPr>
          <a:xfrm>
            <a:off x="1371600" y="146304"/>
            <a:ext cx="78638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TRIAGE   S.T.A.R.T  Simple Triage And Rapid Treatment</a:t>
            </a:r>
          </a:p>
        </p:txBody>
      </p:sp>
      <p:sp>
        <p:nvSpPr>
          <p:cNvPr id="11" name="nuestro caja"/>
          <p:cNvSpPr/>
          <p:nvPr/>
        </p:nvSpPr>
        <p:spPr>
          <a:xfrm>
            <a:off x="457200" y="1371600"/>
            <a:ext cx="2377440" cy="1463040"/>
          </a:xfrm>
          <a:prstGeom prst="roundRect">
            <a:avLst>
              <a:gd name="adj" fmla="val 18000"/>
            </a:avLst>
          </a:prstGeom>
          <a:solidFill>
            <a:srgbClr val="1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¿Puede caminar el paciente?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360" y="2103120"/>
            <a:ext cx="320040" cy="0"/>
          </a:xfrm>
          <a:prstGeom prst="line">
            <a:avLst/>
          </a:prstGeom>
          <a:ln w="381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nuestro caja"/>
          <p:cNvSpPr/>
          <p:nvPr/>
        </p:nvSpPr>
        <p:spPr>
          <a:xfrm>
            <a:off x="3246120" y="1371600"/>
            <a:ext cx="2377440" cy="14630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2545"/>
                </a:solidFill>
                <a:latin typeface="Arial"/>
              </a:rPr>
              <a:t>Evaluación inicial en la escena</a:t>
            </a:r>
          </a:p>
        </p:txBody>
      </p:sp>
      <p:sp>
        <p:nvSpPr>
          <p:cNvPr id="14" name="nuestro caja"/>
          <p:cNvSpPr/>
          <p:nvPr/>
        </p:nvSpPr>
        <p:spPr>
          <a:xfrm>
            <a:off x="457200" y="3108960"/>
            <a:ext cx="2377440" cy="1463040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880360" y="3840480"/>
            <a:ext cx="320040" cy="0"/>
          </a:xfrm>
          <a:prstGeom prst="line">
            <a:avLst/>
          </a:prstGeom>
          <a:ln w="381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nuestro caja"/>
          <p:cNvSpPr/>
          <p:nvPr/>
        </p:nvSpPr>
        <p:spPr>
          <a:xfrm>
            <a:off x="3246120" y="3108960"/>
            <a:ext cx="2377440" cy="14630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2545"/>
                </a:solidFill>
                <a:latin typeface="Arial"/>
              </a:rPr>
              <a:t>Código verde, últimos en ser trasladados.</a:t>
            </a:r>
          </a:p>
        </p:txBody>
      </p:sp>
      <p:sp>
        <p:nvSpPr>
          <p:cNvPr id="17" name="nuestro caja"/>
          <p:cNvSpPr/>
          <p:nvPr/>
        </p:nvSpPr>
        <p:spPr>
          <a:xfrm>
            <a:off x="457200" y="4846320"/>
            <a:ext cx="2377440" cy="1463040"/>
          </a:xfrm>
          <a:prstGeom prst="roundRect">
            <a:avLst>
              <a:gd name="adj" fmla="val 18000"/>
            </a:avLst>
          </a:prstGeom>
          <a:solidFill>
            <a:srgbClr val="1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Moverlos a un área segura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880360" y="5577840"/>
            <a:ext cx="320040" cy="0"/>
          </a:xfrm>
          <a:prstGeom prst="line">
            <a:avLst/>
          </a:prstGeom>
          <a:ln w="381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nuestro caja"/>
          <p:cNvSpPr/>
          <p:nvPr/>
        </p:nvSpPr>
        <p:spPr>
          <a:xfrm>
            <a:off x="3246120" y="4846320"/>
            <a:ext cx="2377440" cy="14630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2545"/>
                </a:solidFill>
                <a:latin typeface="Arial"/>
              </a:rPr>
              <a:t>Sirven de apoyo y para cuidar de otros pacientes</a:t>
            </a:r>
          </a:p>
        </p:txBody>
      </p:sp>
      <p:pic>
        <p:nvPicPr>
          <p:cNvPr id="22" name="banco" descr="4l2f1j5k0n2t3i.jpg"/>
          <p:cNvPicPr>
            <a:picLocks noChangeAspect="1"/>
          </p:cNvPicPr>
          <p:nvPr/>
        </p:nvPicPr>
        <p:blipFill>
          <a:blip r:embed="rIdL76n11"/>
          <a:stretch>
            <a:fillRect/>
          </a:stretch>
        </p:blipFill>
        <p:spPr>
          <a:xfrm>
            <a:off x="7303770" y="1560195"/>
            <a:ext cx="3131820" cy="4697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641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76n2" name="breeze.wav"/>
          </p:stSnd>
        </p:sndAc>
      </p:transition>
    </mc:Choice>
    <mc:Fallback xmlns="">
      <p:transition spd="slow">
        <p:sndAc>
          <p:stSnd>
            <p:snd r:embed="rIdL76n8" name="breeze.wav"/>
          </p:stSnd>
        </p:sndAc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77n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uestro caja Rectángulo redondeado 3"/>
          <p:cNvSpPr/>
          <p:nvPr/>
        </p:nvSpPr>
        <p:spPr>
          <a:xfrm>
            <a:off x="1371600" y="146304"/>
            <a:ext cx="7994904" cy="9601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square">
            <a:normAutofit/>
          </a:bodyPr>
          <a:lstStyle/>
          <a:p>
            <a:pPr algn="l" indent="0" marL="0">
              <a:buNone/>
            </a:pPr>
            <a:r>
              <a:rPr lang="es-MX" sz="3000" dirty="0" b="1" cap="none">
                <a:solidFill>
                  <a:srgbClr val="F4F7FB"/>
                </a:solidFill>
                <a:latin typeface="Arial"/>
              </a:rPr>
              <a:t>VENTILACION PRESENTE?</a:t>
            </a:r>
          </a:p>
        </p:txBody>
      </p:sp>
      <p:sp>
        <p:nvSpPr>
          <p:cNvPr id="7" name="nuestro caja Flecha abajo 6"/>
          <p:cNvSpPr/>
          <p:nvPr/>
        </p:nvSpPr>
        <p:spPr>
          <a:xfrm>
            <a:off x="2162575" y="1468192"/>
            <a:ext cx="1700012" cy="144243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endParaRPr lang="es-MX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nuestro caja Flecha abajo 7"/>
          <p:cNvSpPr/>
          <p:nvPr/>
        </p:nvSpPr>
        <p:spPr>
          <a:xfrm>
            <a:off x="7791716" y="1468192"/>
            <a:ext cx="1700012" cy="144243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nuestro caja Rectángulo redondeado 9"/>
          <p:cNvSpPr/>
          <p:nvPr/>
        </p:nvSpPr>
        <p:spPr>
          <a:xfrm>
            <a:off x="112687" y="2966432"/>
            <a:ext cx="2449133" cy="71048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&gt;30/MIN</a:t>
            </a:r>
          </a:p>
        </p:txBody>
      </p:sp>
      <p:sp>
        <p:nvSpPr>
          <p:cNvPr id="11" name="nuestro caja Rectángulo redondeado 10"/>
          <p:cNvSpPr/>
          <p:nvPr/>
        </p:nvSpPr>
        <p:spPr>
          <a:xfrm>
            <a:off x="3411826" y="2966433"/>
            <a:ext cx="2449133" cy="71048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&lt;30/MIN</a:t>
            </a:r>
          </a:p>
        </p:txBody>
      </p:sp>
      <p:sp>
        <p:nvSpPr>
          <p:cNvPr id="12" name="nuestro caja Rectángulo redondeado 11"/>
          <p:cNvSpPr/>
          <p:nvPr/>
        </p:nvSpPr>
        <p:spPr>
          <a:xfrm>
            <a:off x="112687" y="4819914"/>
            <a:ext cx="2449133" cy="710485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INMEDIATO</a:t>
            </a:r>
          </a:p>
        </p:txBody>
      </p:sp>
      <p:sp>
        <p:nvSpPr>
          <p:cNvPr id="13" name="nuestro caja Flecha a la derecha con muesca 12"/>
          <p:cNvSpPr/>
          <p:nvPr/>
        </p:nvSpPr>
        <p:spPr>
          <a:xfrm rot="5400000">
            <a:off x="777022" y="3596418"/>
            <a:ext cx="1120462" cy="1275008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nuestro caja Flecha a la derecha con muesca 13"/>
          <p:cNvSpPr/>
          <p:nvPr/>
        </p:nvSpPr>
        <p:spPr>
          <a:xfrm rot="5400000">
            <a:off x="4076161" y="3596418"/>
            <a:ext cx="1120462" cy="1275008"/>
          </a:xfrm>
          <a:prstGeom prst="notched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nuestro caja Rectángulo redondeado 14"/>
          <p:cNvSpPr/>
          <p:nvPr/>
        </p:nvSpPr>
        <p:spPr>
          <a:xfrm>
            <a:off x="3148882" y="4794153"/>
            <a:ext cx="3182157" cy="71048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EVALUAR CIRCULACION</a:t>
            </a:r>
          </a:p>
        </p:txBody>
      </p:sp>
      <p:sp>
        <p:nvSpPr>
          <p:cNvPr id="17" name="nuestro caja Rectángulo redondeado 16"/>
          <p:cNvSpPr/>
          <p:nvPr/>
        </p:nvSpPr>
        <p:spPr>
          <a:xfrm>
            <a:off x="7050643" y="2963206"/>
            <a:ext cx="3182157" cy="71048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ABRIR VIA AEREA</a:t>
            </a:r>
          </a:p>
        </p:txBody>
      </p:sp>
      <p:sp>
        <p:nvSpPr>
          <p:cNvPr id="18" name="nuestro caja Llamada de flecha izquierda y derecha 17"/>
          <p:cNvSpPr/>
          <p:nvPr/>
        </p:nvSpPr>
        <p:spPr>
          <a:xfrm>
            <a:off x="7337733" y="3974197"/>
            <a:ext cx="2607975" cy="862885"/>
          </a:xfrm>
          <a:prstGeom prst="leftRightArrowCallou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bg1">
                    <a:lumMod val="95000"/>
                    <a:lumOff val="5000"/>
                  </a:schemeClr>
                </a:solidFill>
              </a:rPr>
              <a:t>RESPIRA?</a:t>
            </a:r>
          </a:p>
        </p:txBody>
      </p:sp>
      <p:sp>
        <p:nvSpPr>
          <p:cNvPr id="19" name="nuestro caja Elipse 18"/>
          <p:cNvSpPr/>
          <p:nvPr/>
        </p:nvSpPr>
        <p:spPr>
          <a:xfrm>
            <a:off x="6465194" y="4125523"/>
            <a:ext cx="872539" cy="6686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000" dirty="0">
                <a:solidFill>
                  <a:srgbClr val="FFFFFF"/>
                </a:solidFill>
              </a:rPr>
              <a:t>SI</a:t>
            </a:r>
          </a:p>
        </p:txBody>
      </p:sp>
      <p:sp>
        <p:nvSpPr>
          <p:cNvPr id="20" name="nuestro caja Elipse 19"/>
          <p:cNvSpPr/>
          <p:nvPr/>
        </p:nvSpPr>
        <p:spPr>
          <a:xfrm>
            <a:off x="9945708" y="4125523"/>
            <a:ext cx="1006694" cy="67507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NO</a:t>
            </a:r>
          </a:p>
        </p:txBody>
      </p:sp>
      <p:sp>
        <p:nvSpPr>
          <p:cNvPr id="21" name="nuestro caja Flecha a la derecha con muesca 20"/>
          <p:cNvSpPr/>
          <p:nvPr/>
        </p:nvSpPr>
        <p:spPr>
          <a:xfrm rot="5400000">
            <a:off x="6463582" y="4966945"/>
            <a:ext cx="875761" cy="656823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nuestro caja Rectángulo redondeado 22"/>
          <p:cNvSpPr/>
          <p:nvPr/>
        </p:nvSpPr>
        <p:spPr>
          <a:xfrm>
            <a:off x="5676895" y="5756822"/>
            <a:ext cx="2449133" cy="710485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8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INMEDIATO</a:t>
            </a:r>
          </a:p>
        </p:txBody>
      </p:sp>
      <p:pic>
        <p:nvPicPr>
          <p:cNvPr id="24" name="Logos K-9 ACC" descr="placa-principal.png"/>
          <p:cNvPicPr>
            <a:picLocks noChangeAspect="1"/>
          </p:cNvPicPr>
          <p:nvPr/>
        </p:nvPicPr>
        <p:blipFill>
          <a:blip r:embed="rIdL77n5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4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77n2" name="breeze.wav"/>
          </p:stSnd>
        </p:sndAc>
      </p:transition>
    </mc:Choice>
    <mc:Fallback xmlns="">
      <p:transition spd="slow">
        <p:sndAc>
          <p:stSnd>
            <p:snd r:embed="rIdL77n3" name="breeze.wav"/>
          </p:stSnd>
        </p:sndAc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78n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Logos K-9 ACC" descr="placa-principal.png"/>
          <p:cNvPicPr>
            <a:picLocks noChangeAspect="1"/>
          </p:cNvPicPr>
          <p:nvPr/>
        </p:nvPicPr>
        <p:blipFill>
          <a:blip r:embed="rIdL78n10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sp>
        <p:nvSpPr>
          <p:cNvPr id="22" name="nuestro caja"/>
          <p:cNvSpPr/>
          <p:nvPr/>
        </p:nvSpPr>
        <p:spPr>
          <a:xfrm>
            <a:off x="4358640" y="1280160"/>
            <a:ext cx="3474720" cy="822960"/>
          </a:xfrm>
          <a:prstGeom prst="roundRect">
            <a:avLst>
              <a:gd name="adj" fmla="val 18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PULSO RADIAL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2804160" y="2103120"/>
            <a:ext cx="2194560" cy="502920"/>
          </a:xfrm>
          <a:prstGeom prst="line">
            <a:avLst/>
          </a:prstGeom>
          <a:ln w="381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193280" y="2103120"/>
            <a:ext cx="1341120" cy="502920"/>
          </a:xfrm>
          <a:prstGeom prst="line">
            <a:avLst/>
          </a:prstGeom>
          <a:ln w="381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nuestro caja"/>
          <p:cNvSpPr/>
          <p:nvPr/>
        </p:nvSpPr>
        <p:spPr>
          <a:xfrm>
            <a:off x="1432560" y="2651760"/>
            <a:ext cx="2743200" cy="868680"/>
          </a:xfrm>
          <a:prstGeom prst="roundRect">
            <a:avLst>
              <a:gd name="adj" fmla="val 18000"/>
            </a:avLst>
          </a:prstGeom>
          <a:solidFill>
            <a:srgbClr val="2B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AUSENTE</a:t>
            </a:r>
          </a:p>
        </p:txBody>
      </p:sp>
      <p:sp>
        <p:nvSpPr>
          <p:cNvPr id="26" name="nuestro caja"/>
          <p:cNvSpPr/>
          <p:nvPr/>
        </p:nvSpPr>
        <p:spPr>
          <a:xfrm>
            <a:off x="7162800" y="2651760"/>
            <a:ext cx="2743200" cy="868680"/>
          </a:xfrm>
          <a:prstGeom prst="roundRect">
            <a:avLst>
              <a:gd name="adj" fmla="val 18000"/>
            </a:avLst>
          </a:prstGeom>
          <a:solidFill>
            <a:srgbClr val="2B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PRESENTE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804160" y="3520440"/>
            <a:ext cx="0" cy="365760"/>
          </a:xfrm>
          <a:prstGeom prst="line">
            <a:avLst/>
          </a:prstGeom>
          <a:ln w="381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534400" y="3520440"/>
            <a:ext cx="0" cy="365760"/>
          </a:xfrm>
          <a:prstGeom prst="line">
            <a:avLst/>
          </a:prstGeom>
          <a:ln w="381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nuestro caja"/>
          <p:cNvSpPr/>
          <p:nvPr/>
        </p:nvSpPr>
        <p:spPr>
          <a:xfrm>
            <a:off x="1432560" y="3931920"/>
            <a:ext cx="2743200" cy="868680"/>
          </a:xfrm>
          <a:prstGeom prst="roundRect">
            <a:avLst>
              <a:gd name="adj" fmla="val 18000"/>
            </a:avLst>
          </a:prstGeom>
          <a:solidFill>
            <a:srgbClr val="1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Controlar hemorragias</a:t>
            </a:r>
          </a:p>
        </p:txBody>
      </p:sp>
      <p:sp>
        <p:nvSpPr>
          <p:cNvPr id="30" name="nuestro caja"/>
          <p:cNvSpPr/>
          <p:nvPr/>
        </p:nvSpPr>
        <p:spPr>
          <a:xfrm>
            <a:off x="6797040" y="3931920"/>
            <a:ext cx="3474720" cy="868680"/>
          </a:xfrm>
          <a:prstGeom prst="roundRect">
            <a:avLst>
              <a:gd name="adj" fmla="val 18000"/>
            </a:avLst>
          </a:prstGeom>
          <a:solidFill>
            <a:srgbClr val="1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Comprobar circulación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Arial"/>
              </a:rPr>
              <a:t>(llenado capilar)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804160" y="4800600"/>
            <a:ext cx="0" cy="365760"/>
          </a:xfrm>
          <a:prstGeom prst="line">
            <a:avLst/>
          </a:prstGeom>
          <a:ln w="381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nuestro caja"/>
          <p:cNvSpPr/>
          <p:nvPr/>
        </p:nvSpPr>
        <p:spPr>
          <a:xfrm>
            <a:off x="1432560" y="5212080"/>
            <a:ext cx="2743200" cy="868680"/>
          </a:xfrm>
          <a:prstGeom prst="roundRect">
            <a:avLst>
              <a:gd name="adj" fmla="val 18000"/>
            </a:avLst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INMEDIATO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6979920" y="4800600"/>
            <a:ext cx="1005840" cy="365760"/>
          </a:xfrm>
          <a:prstGeom prst="line">
            <a:avLst/>
          </a:prstGeom>
          <a:ln w="381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083040" y="4800600"/>
            <a:ext cx="1005840" cy="365760"/>
          </a:xfrm>
          <a:prstGeom prst="line">
            <a:avLst/>
          </a:prstGeom>
          <a:ln w="381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nuestro caja"/>
          <p:cNvSpPr/>
          <p:nvPr/>
        </p:nvSpPr>
        <p:spPr>
          <a:xfrm>
            <a:off x="5654040" y="5212080"/>
            <a:ext cx="2651760" cy="868680"/>
          </a:xfrm>
          <a:prstGeom prst="roundRect">
            <a:avLst>
              <a:gd name="adj" fmla="val 18000"/>
            </a:avLst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Más de 2 segundos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Arial"/>
              </a:rPr>
              <a:t>INMEDIATO</a:t>
            </a:r>
          </a:p>
        </p:txBody>
      </p:sp>
      <p:sp>
        <p:nvSpPr>
          <p:cNvPr id="36" name="nuestro caja"/>
          <p:cNvSpPr/>
          <p:nvPr/>
        </p:nvSpPr>
        <p:spPr>
          <a:xfrm>
            <a:off x="8763000" y="5212080"/>
            <a:ext cx="2651760" cy="868680"/>
          </a:xfrm>
          <a:prstGeom prst="roundRect">
            <a:avLst>
              <a:gd name="adj" fmla="val 18000"/>
            </a:avLst>
          </a:prstGeom>
          <a:solidFill>
            <a:srgbClr val="1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Menos de 2 segundos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Valorar nivel de conciencia</a:t>
            </a:r>
          </a:p>
        </p:txBody>
      </p:sp>
    </p:spTree>
    <p:extLst>
      <p:ext uri="{BB962C8B-B14F-4D97-AF65-F5344CB8AC3E}">
        <p14:creationId xmlns:p14="http://schemas.microsoft.com/office/powerpoint/2010/main" val="1158237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78n2" name="breeze.wav"/>
          </p:stSnd>
        </p:sndAc>
      </p:transition>
    </mc:Choice>
    <mc:Fallback xmlns="">
      <p:transition spd="slow">
        <p:sndAc>
          <p:stSnd>
            <p:snd r:embed="rIdL78n8" name="breeze.wav"/>
          </p:stSnd>
        </p:sndAc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79n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46304"/>
            <a:ext cx="7994904" cy="960120"/>
          </a:xfrm>
          <a:noFill/>
        </p:spPr>
        <p:txBody>
          <a:bodyPr lIns="45720" rIns="45720" tIns="0" bIns="0" anchor="ctr" wrap="square">
            <a:normAutofit/>
          </a:bodyPr>
          <a:lstStyle/>
          <a:p>
            <a:pPr algn="l" indent="0" marL="0">
              <a:buNone/>
            </a:pPr>
            <a:r>
              <a:rPr lang="es-MX" dirty="0" sz="3000" b="1" cap="none">
                <a:solidFill>
                  <a:srgbClr val="F4F7FB"/>
                </a:solidFill>
                <a:latin typeface="Arial"/>
              </a:rPr>
              <a:t>NIVEL DE CONCIENCIA</a:t>
            </a:r>
          </a:p>
        </p:txBody>
      </p:sp>
      <p:pic>
        <p:nvPicPr>
          <p:cNvPr id="5" name="Logos K-9 ACC" descr="placa-principal.png"/>
          <p:cNvPicPr>
            <a:picLocks noChangeAspect="1"/>
          </p:cNvPicPr>
          <p:nvPr/>
        </p:nvPicPr>
        <p:blipFill>
          <a:blip r:embed="rIdL79n10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sp>
        <p:nvSpPr>
          <p:cNvPr id="6" name="nuestro caja"/>
          <p:cNvSpPr/>
          <p:nvPr/>
        </p:nvSpPr>
        <p:spPr>
          <a:xfrm>
            <a:off x="411480" y="1554480"/>
            <a:ext cx="5227320" cy="1645920"/>
          </a:xfrm>
          <a:prstGeom prst="roundRect">
            <a:avLst>
              <a:gd name="adj" fmla="val 18000"/>
            </a:avLst>
          </a:prstGeom>
          <a:solidFill>
            <a:srgbClr val="2B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NO obedece órdenes simples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25140" y="3246120"/>
            <a:ext cx="0" cy="640080"/>
          </a:xfrm>
          <a:prstGeom prst="line">
            <a:avLst/>
          </a:prstGeom>
          <a:ln w="508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uestro caja"/>
          <p:cNvSpPr/>
          <p:nvPr/>
        </p:nvSpPr>
        <p:spPr>
          <a:xfrm>
            <a:off x="411480" y="3931920"/>
            <a:ext cx="5227320" cy="1371600"/>
          </a:xfrm>
          <a:prstGeom prst="roundRect">
            <a:avLst>
              <a:gd name="adj" fmla="val 18000"/>
            </a:avLst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INMEDIATO</a:t>
            </a:r>
          </a:p>
        </p:txBody>
      </p:sp>
      <p:sp>
        <p:nvSpPr>
          <p:cNvPr id="9" name="nuestro caja"/>
          <p:cNvSpPr/>
          <p:nvPr/>
        </p:nvSpPr>
        <p:spPr>
          <a:xfrm>
            <a:off x="6553200" y="1554480"/>
            <a:ext cx="5227320" cy="1645920"/>
          </a:xfrm>
          <a:prstGeom prst="roundRect">
            <a:avLst>
              <a:gd name="adj" fmla="val 18000"/>
            </a:avLst>
          </a:prstGeom>
          <a:solidFill>
            <a:srgbClr val="2B3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SÍ obedece órdenes simples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66860" y="3246120"/>
            <a:ext cx="0" cy="640080"/>
          </a:xfrm>
          <a:prstGeom prst="line">
            <a:avLst/>
          </a:prstGeom>
          <a:ln w="508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nuestro caja"/>
          <p:cNvSpPr/>
          <p:nvPr/>
        </p:nvSpPr>
        <p:spPr>
          <a:xfrm>
            <a:off x="6553200" y="3931920"/>
            <a:ext cx="5227320" cy="1371600"/>
          </a:xfrm>
          <a:prstGeom prst="roundRect">
            <a:avLst>
              <a:gd name="adj" fmla="val 18000"/>
            </a:avLst>
          </a:prstGeom>
          <a:solidFill>
            <a:srgbClr val="F2C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1A1A1A"/>
                </a:solidFill>
                <a:latin typeface="Arial"/>
              </a:rPr>
              <a:t>DEMORADO</a:t>
            </a:r>
          </a:p>
        </p:txBody>
      </p:sp>
    </p:spTree>
    <p:extLst>
      <p:ext uri="{BB962C8B-B14F-4D97-AF65-F5344CB8AC3E}">
        <p14:creationId xmlns:p14="http://schemas.microsoft.com/office/powerpoint/2010/main" val="917486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79n2" name="breeze.wav"/>
          </p:stSnd>
        </p:sndAc>
      </p:transition>
    </mc:Choice>
    <mc:Fallback xmlns="">
      <p:transition spd="slow">
        <p:sndAc>
          <p:stSnd>
            <p:snd r:embed="rIdL79n8" name="breeze.wav"/>
          </p:stSnd>
        </p:sndAc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80n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1426" name="Group 2"/>
          <p:cNvGraphicFramePr>
            <a:graphicFrameLocks noGrp="1"/>
          </p:cNvGraphicFramePr>
          <p:nvPr/>
        </p:nvGraphicFramePr>
        <p:xfrm>
          <a:off x="3309918" y="1357298"/>
          <a:ext cx="5943600" cy="457200"/>
        </p:xfrm>
        <a:graphic>
          <a:graphicData uri="http://schemas.openxmlformats.org/drawingml/2006/table">
            <a:tbl>
              <a:tblPr/>
              <a:tblGrid>
                <a:gridCol w="594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0838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AREA ROJOS 1a. Prioridad</a:t>
                      </a:r>
                      <a:endParaRPr kumimoji="0" lang="es-ES" sz="4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432" name="nuestro texto"/>
          <p:cNvSpPr>
            <a:spLocks noChangeArrowheads="1"/>
          </p:cNvSpPr>
          <p:nvPr/>
        </p:nvSpPr>
        <p:spPr bwMode="auto">
          <a:xfrm>
            <a:off x="457200" y="2194560"/>
            <a:ext cx="8595360" cy="4389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t" wrap="square">
            <a:noAutofit/>
          </a:bodyPr>
          <a:lstStyle/>
          <a:p>
            <a:pPr algn="l">
              <a:buClr>
                <a:srgbClr val="F2C14E"/>
              </a:buClr>
            </a:pPr>
            <a:endParaRPr lang="es-ES" sz="1200" dirty="0">
              <a:solidFill>
                <a:schemeClr val="bg1"/>
              </a:solidFill>
            </a:endParaRPr>
          </a:p>
          <a:p>
            <a:pPr eaLnBrk="0" hangingPunct="0" algn="l">
              <a:buClr>
                <a:srgbClr val="F2C14E"/>
              </a:buClr>
              <a:buFontTx/>
              <a:buChar char="•"/>
            </a:pPr>
            <a:r>
              <a:rPr lang="es-ES" sz="2800" dirty="0">
                <a:solidFill>
                  <a:schemeClr val="bg1"/>
                </a:solidFill>
                <a:cs typeface="Arial" pitchFamily="34" charset="0"/>
              </a:rPr>
              <a:t>Víctimas en estado crítico recuperable.</a:t>
            </a:r>
            <a:br>
              <a:rPr lang="es-ES" sz="3200" dirty="0">
                <a:solidFill>
                  <a:schemeClr val="bg1"/>
                </a:solidFill>
                <a:cs typeface="Arial" pitchFamily="34" charset="0"/>
              </a:rPr>
            </a:br>
            <a:endParaRPr lang="es-ES" sz="3200" dirty="0">
              <a:solidFill>
                <a:schemeClr val="bg1"/>
              </a:solidFill>
              <a:cs typeface="Arial" pitchFamily="34" charset="0"/>
            </a:endParaRPr>
          </a:p>
          <a:p>
            <a:pPr eaLnBrk="0" hangingPunct="0" algn="l">
              <a:buClr>
                <a:srgbClr val="F2C14E"/>
              </a:buClr>
              <a:buFontTx/>
              <a:buChar char="•"/>
            </a:pPr>
            <a:r>
              <a:rPr lang="es-ES" sz="2800" dirty="0">
                <a:solidFill>
                  <a:schemeClr val="bg1"/>
                </a:solidFill>
                <a:cs typeface="Arial" pitchFamily="34" charset="0"/>
              </a:rPr>
              <a:t>Tratamiento y transporte inmediato son requeridos.</a:t>
            </a:r>
            <a:br>
              <a:rPr lang="es-ES" sz="3200" dirty="0">
                <a:solidFill>
                  <a:schemeClr val="bg1"/>
                </a:solidFill>
                <a:cs typeface="Arial" pitchFamily="34" charset="0"/>
              </a:rPr>
            </a:br>
            <a:endParaRPr lang="es-ES" sz="3200" dirty="0">
              <a:solidFill>
                <a:schemeClr val="bg1"/>
              </a:solidFill>
              <a:cs typeface="Arial" pitchFamily="34" charset="0"/>
            </a:endParaRPr>
          </a:p>
          <a:p>
            <a:pPr eaLnBrk="0" hangingPunct="0" algn="l">
              <a:buClr>
                <a:srgbClr val="F2C14E"/>
              </a:buClr>
              <a:buFontTx/>
              <a:buChar char="•"/>
            </a:pPr>
            <a:r>
              <a:rPr lang="es-ES" sz="2800" dirty="0">
                <a:solidFill>
                  <a:schemeClr val="bg1"/>
                </a:solidFill>
                <a:cs typeface="Arial" pitchFamily="34" charset="0"/>
              </a:rPr>
              <a:t>Es necesario cuidado intensivo permanente, para mantenerlas con vida. </a:t>
            </a:r>
            <a:endParaRPr lang="es-ES" sz="4800" dirty="0">
              <a:solidFill>
                <a:schemeClr val="bg1"/>
              </a:solidFill>
            </a:endParaRPr>
          </a:p>
          <a:p>
            <a:pPr eaLnBrk="0" hangingPunct="0" algn="l">
              <a:buClr>
                <a:srgbClr val="F2C14E"/>
              </a:buClr>
            </a:pPr>
            <a:endParaRPr lang="es-ES" sz="1200" dirty="0">
              <a:solidFill>
                <a:schemeClr val="bg1"/>
              </a:solidFill>
            </a:endParaRPr>
          </a:p>
        </p:txBody>
      </p:sp>
      <p:pic>
        <p:nvPicPr>
          <p:cNvPr id="231433" name="Logos K-9 ACC" descr="placa-principal.png"/>
          <p:cNvPicPr>
            <a:picLocks noChangeAspect="1"/>
          </p:cNvPicPr>
          <p:nvPr/>
        </p:nvPicPr>
        <p:blipFill>
          <a:blip r:embed="rIdL80n5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pic>
        <p:nvPicPr>
          <p:cNvPr id="231434" name="Picture 231433" descr="tarjeta-rojo.png"/>
          <p:cNvPicPr>
            <a:picLocks noChangeAspect="1"/>
          </p:cNvPicPr>
          <p:nvPr/>
        </p:nvPicPr>
        <p:blipFill>
          <a:blip r:embed="rIdL80n6"/>
          <a:stretch>
            <a:fillRect/>
          </a:stretch>
        </p:blipFill>
        <p:spPr>
          <a:xfrm>
            <a:off x="9565640" y="1325880"/>
            <a:ext cx="1991360" cy="5120640"/>
          </a:xfrm>
          <a:prstGeom prst="round2DiagRect">
            <a:avLst>
              <a:gd name="adj1" fmla="val 12000"/>
              <a:gd name="adj2" fmla="val 0"/>
            </a:avLst>
          </a:prstGeom>
        </p:spPr>
      </p:pic>
    </p:spTree>
    <p:extLst>
      <p:ext uri="{BB962C8B-B14F-4D97-AF65-F5344CB8AC3E}">
        <p14:creationId xmlns:p14="http://schemas.microsoft.com/office/powerpoint/2010/main" val="113252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80n2" name="breeze.wav"/>
          </p:stSnd>
        </p:sndAc>
      </p:transition>
    </mc:Choice>
    <mc:Fallback xmlns="">
      <p:transition spd="slow">
        <p:sndAc>
          <p:stSnd>
            <p:snd r:embed="rIdL80n3" name="breeze.wav"/>
          </p:stSnd>
        </p:sndAc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81n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2450" name="Group 2"/>
          <p:cNvGraphicFramePr>
            <a:graphicFrameLocks noGrp="1"/>
          </p:cNvGraphicFramePr>
          <p:nvPr/>
        </p:nvGraphicFramePr>
        <p:xfrm>
          <a:off x="3238480" y="1643050"/>
          <a:ext cx="5943600" cy="457200"/>
        </p:xfrm>
        <a:graphic>
          <a:graphicData uri="http://schemas.openxmlformats.org/drawingml/2006/table">
            <a:tbl>
              <a:tblPr/>
              <a:tblGrid>
                <a:gridCol w="594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0838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AREA AMARILLOS 2a. Prioridad</a:t>
                      </a:r>
                      <a:endParaRPr kumimoji="0" lang="es-ES" sz="4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2456" name="nuestro texto"/>
          <p:cNvSpPr>
            <a:spLocks noChangeArrowheads="1"/>
          </p:cNvSpPr>
          <p:nvPr/>
        </p:nvSpPr>
        <p:spPr bwMode="auto">
          <a:xfrm>
            <a:off x="457200" y="2194560"/>
            <a:ext cx="8595360" cy="4389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t" wrap="square">
            <a:noAutofit/>
          </a:bodyPr>
          <a:lstStyle/>
          <a:p>
            <a:pPr algn="l">
              <a:buClr>
                <a:srgbClr val="FFFF00"/>
              </a:buClr>
            </a:pPr>
            <a:endParaRPr lang="es-ES" sz="1200" b="1" dirty="0">
              <a:solidFill>
                <a:schemeClr val="bg1"/>
              </a:solidFill>
            </a:endParaRPr>
          </a:p>
          <a:p>
            <a:pPr eaLnBrk="0" hangingPunct="0" algn="l">
              <a:buClr>
                <a:srgbClr val="FFFF00"/>
              </a:buClr>
              <a:buFontTx/>
              <a:buChar char="•"/>
            </a:pPr>
            <a:r>
              <a:rPr lang="es-ES" sz="2800" b="1" dirty="0">
                <a:solidFill>
                  <a:schemeClr val="bg1"/>
                </a:solidFill>
                <a:cs typeface="Arial" pitchFamily="34" charset="0"/>
              </a:rPr>
              <a:t>Víctimas con daños moderados y severos.</a:t>
            </a:r>
            <a:br>
              <a:rPr lang="es-ES" sz="2800" b="1" dirty="0">
                <a:solidFill>
                  <a:schemeClr val="bg1"/>
                </a:solidFill>
                <a:cs typeface="Arial" pitchFamily="34" charset="0"/>
              </a:rPr>
            </a:br>
            <a:endParaRPr lang="es-ES" sz="2800" b="1" dirty="0">
              <a:solidFill>
                <a:schemeClr val="bg1"/>
              </a:solidFill>
              <a:cs typeface="Arial" pitchFamily="34" charset="0"/>
            </a:endParaRPr>
          </a:p>
          <a:p>
            <a:pPr eaLnBrk="0" hangingPunct="0" algn="l">
              <a:buClr>
                <a:srgbClr val="FFFF00"/>
              </a:buClr>
              <a:buFontTx/>
              <a:buChar char="•"/>
            </a:pPr>
            <a:r>
              <a:rPr lang="es-ES" sz="2800" b="1" dirty="0">
                <a:solidFill>
                  <a:schemeClr val="bg1"/>
                </a:solidFill>
                <a:cs typeface="Arial" pitchFamily="34" charset="0"/>
              </a:rPr>
              <a:t>Transporte de urgencia es requerido, pero puede dilatarse hasta que hallan sido removidos las víctimas de 1º prioridad, es decir los del área rojos. </a:t>
            </a:r>
            <a:endParaRPr lang="es-ES" sz="4400" b="1" dirty="0">
              <a:solidFill>
                <a:schemeClr val="bg1"/>
              </a:solidFill>
            </a:endParaRPr>
          </a:p>
          <a:p>
            <a:pPr eaLnBrk="0" hangingPunct="0" algn="l">
              <a:buClr>
                <a:srgbClr val="FFFF00"/>
              </a:buClr>
            </a:pPr>
            <a:endParaRPr lang="es-ES" sz="1200" b="1" dirty="0">
              <a:solidFill>
                <a:schemeClr val="bg1"/>
              </a:solidFill>
            </a:endParaRPr>
          </a:p>
        </p:txBody>
      </p:sp>
      <p:pic>
        <p:nvPicPr>
          <p:cNvPr id="232457" name="Logos K-9 ACC" descr="placa-principal.png"/>
          <p:cNvPicPr>
            <a:picLocks noChangeAspect="1"/>
          </p:cNvPicPr>
          <p:nvPr/>
        </p:nvPicPr>
        <p:blipFill>
          <a:blip r:embed="rIdL81n5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pic>
        <p:nvPicPr>
          <p:cNvPr id="232458" name="Picture 232457" descr="tarjeta-amarillo.png"/>
          <p:cNvPicPr>
            <a:picLocks noChangeAspect="1"/>
          </p:cNvPicPr>
          <p:nvPr/>
        </p:nvPicPr>
        <p:blipFill>
          <a:blip r:embed="rIdL81n6"/>
          <a:stretch>
            <a:fillRect/>
          </a:stretch>
        </p:blipFill>
        <p:spPr>
          <a:xfrm>
            <a:off x="9565640" y="1325880"/>
            <a:ext cx="1991360" cy="5120640"/>
          </a:xfrm>
          <a:prstGeom prst="round2DiagRect">
            <a:avLst>
              <a:gd name="adj1" fmla="val 12000"/>
              <a:gd name="adj2" fmla="val 0"/>
            </a:avLst>
          </a:prstGeom>
        </p:spPr>
      </p:pic>
    </p:spTree>
    <p:extLst>
      <p:ext uri="{BB962C8B-B14F-4D97-AF65-F5344CB8AC3E}">
        <p14:creationId xmlns:p14="http://schemas.microsoft.com/office/powerpoint/2010/main" val="383255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81n2" name="breeze.wav"/>
          </p:stSnd>
        </p:sndAc>
      </p:transition>
    </mc:Choice>
    <mc:Fallback xmlns="">
      <p:transition spd="slow">
        <p:sndAc>
          <p:stSnd>
            <p:snd r:embed="rIdL81n3" name="breeze.wav"/>
          </p:stSnd>
        </p:sndAc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82n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3474" name="Group 2"/>
          <p:cNvGraphicFramePr>
            <a:graphicFrameLocks noGrp="1"/>
          </p:cNvGraphicFramePr>
          <p:nvPr/>
        </p:nvGraphicFramePr>
        <p:xfrm>
          <a:off x="2952728" y="1257288"/>
          <a:ext cx="5973762" cy="457200"/>
        </p:xfrm>
        <a:graphic>
          <a:graphicData uri="http://schemas.openxmlformats.org/drawingml/2006/table">
            <a:tbl>
              <a:tblPr/>
              <a:tblGrid>
                <a:gridCol w="5973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0838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AREA NEGROS 3a. Prioridad</a:t>
                      </a:r>
                      <a:endParaRPr kumimoji="0" lang="es-ES" sz="4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3480" name="nuestro texto"/>
          <p:cNvSpPr>
            <a:spLocks noChangeArrowheads="1"/>
          </p:cNvSpPr>
          <p:nvPr/>
        </p:nvSpPr>
        <p:spPr bwMode="auto">
          <a:xfrm>
            <a:off x="457200" y="2194560"/>
            <a:ext cx="8595360" cy="4389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noAutofit/>
          </a:bodyPr>
          <a:lstStyle/>
          <a:p>
            <a:pPr algn="l"/>
            <a:r>
              <a:rPr lang="es-ES" sz="2000" b="1" dirty="0">
                <a:solidFill>
                  <a:schemeClr val="bg1"/>
                </a:solidFill>
                <a:cs typeface="Arial" pitchFamily="34" charset="0"/>
              </a:rPr>
              <a:t>Pacientes no viables, es decir sin posibilidad de sobrevida, o que no tolerarían la evacuación.</a:t>
            </a:r>
            <a:br>
              <a:rPr lang="es-ES" sz="2400" b="1" dirty="0">
                <a:solidFill>
                  <a:schemeClr val="bg1"/>
                </a:solidFill>
                <a:cs typeface="Arial" pitchFamily="34" charset="0"/>
              </a:rPr>
            </a:br>
            <a:endParaRPr lang="es-ES" sz="2400" b="1" dirty="0">
              <a:solidFill>
                <a:schemeClr val="bg1"/>
              </a:solidFill>
              <a:cs typeface="Arial" pitchFamily="34" charset="0"/>
            </a:endParaRPr>
          </a:p>
          <a:p>
            <a:pPr eaLnBrk="0" hangingPunct="0" algn="l">
              <a:buFontTx/>
              <a:buChar char="•"/>
            </a:pPr>
            <a:r>
              <a:rPr lang="es-ES" sz="2000" b="1" dirty="0">
                <a:solidFill>
                  <a:schemeClr val="bg1"/>
                </a:solidFill>
                <a:cs typeface="Arial" pitchFamily="34" charset="0"/>
              </a:rPr>
              <a:t>No requieren transporte y solo tratamiento de soporte.</a:t>
            </a:r>
            <a:br>
              <a:rPr lang="es-ES" sz="2400" b="1" dirty="0">
                <a:solidFill>
                  <a:schemeClr val="bg1"/>
                </a:solidFill>
                <a:cs typeface="Arial" pitchFamily="34" charset="0"/>
              </a:rPr>
            </a:br>
            <a:endParaRPr lang="es-ES" sz="2400" b="1" dirty="0">
              <a:solidFill>
                <a:schemeClr val="bg1"/>
              </a:solidFill>
              <a:cs typeface="Arial" pitchFamily="34" charset="0"/>
            </a:endParaRPr>
          </a:p>
          <a:p>
            <a:pPr eaLnBrk="0" hangingPunct="0" algn="l">
              <a:buFontTx/>
              <a:buChar char="•"/>
            </a:pPr>
            <a:r>
              <a:rPr lang="es-ES" sz="2000" b="1" dirty="0">
                <a:solidFill>
                  <a:schemeClr val="bg1"/>
                </a:solidFill>
                <a:cs typeface="Arial" pitchFamily="34" charset="0"/>
              </a:rPr>
              <a:t>Esta prioridad NO SIGINIFICA “NO TRASLADAR” o “NO ASISTIRLO”, significa atención y/o traslado luego de resolver los Rojos y Amarillos, pero previo a los verdes.</a:t>
            </a:r>
            <a:br>
              <a:rPr lang="es-ES" sz="2400" b="1" dirty="0">
                <a:solidFill>
                  <a:schemeClr val="bg1"/>
                </a:solidFill>
                <a:cs typeface="Arial" pitchFamily="34" charset="0"/>
              </a:rPr>
            </a:br>
            <a:endParaRPr lang="es-ES" sz="2400" b="1" dirty="0">
              <a:solidFill>
                <a:schemeClr val="bg1"/>
              </a:solidFill>
              <a:cs typeface="Arial" pitchFamily="34" charset="0"/>
            </a:endParaRPr>
          </a:p>
          <a:p>
            <a:pPr eaLnBrk="0" hangingPunct="0" algn="l">
              <a:buFontTx/>
              <a:buChar char="•"/>
            </a:pPr>
            <a:r>
              <a:rPr lang="es-ES" sz="2000" b="1" dirty="0">
                <a:solidFill>
                  <a:schemeClr val="bg1"/>
                </a:solidFill>
                <a:cs typeface="Arial" pitchFamily="34" charset="0"/>
              </a:rPr>
              <a:t>En la clasificación de estas víctimas, es donde se debe tener un especial cuidado y una sólida experiencia, para no cometer errores.</a:t>
            </a:r>
            <a:endParaRPr lang="es-ES" sz="4800" b="1" dirty="0">
              <a:solidFill>
                <a:schemeClr val="bg1"/>
              </a:solidFill>
            </a:endParaRPr>
          </a:p>
        </p:txBody>
      </p:sp>
      <p:pic>
        <p:nvPicPr>
          <p:cNvPr id="233481" name="Logos K-9 ACC" descr="placa-principal.png"/>
          <p:cNvPicPr>
            <a:picLocks noChangeAspect="1"/>
          </p:cNvPicPr>
          <p:nvPr/>
        </p:nvPicPr>
        <p:blipFill>
          <a:blip r:embed="rIdL82n5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pic>
        <p:nvPicPr>
          <p:cNvPr id="233482" name="Picture 233481" descr="tarjeta-negro.png"/>
          <p:cNvPicPr>
            <a:picLocks noChangeAspect="1"/>
          </p:cNvPicPr>
          <p:nvPr/>
        </p:nvPicPr>
        <p:blipFill>
          <a:blip r:embed="rIdL82n6"/>
          <a:stretch>
            <a:fillRect/>
          </a:stretch>
        </p:blipFill>
        <p:spPr>
          <a:xfrm>
            <a:off x="9565640" y="1325880"/>
            <a:ext cx="1991360" cy="5120640"/>
          </a:xfrm>
          <a:prstGeom prst="round2DiagRect">
            <a:avLst>
              <a:gd name="adj1" fmla="val 12000"/>
              <a:gd name="adj2" fmla="val 0"/>
            </a:avLst>
          </a:prstGeom>
        </p:spPr>
      </p:pic>
    </p:spTree>
    <p:extLst>
      <p:ext uri="{BB962C8B-B14F-4D97-AF65-F5344CB8AC3E}">
        <p14:creationId xmlns:p14="http://schemas.microsoft.com/office/powerpoint/2010/main" val="351839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82n2" name="breeze.wav"/>
          </p:stSnd>
        </p:sndAc>
      </p:transition>
    </mc:Choice>
    <mc:Fallback xmlns="">
      <p:transition spd="slow">
        <p:sndAc>
          <p:stSnd>
            <p:snd r:embed="rIdL82n3" name="breeze.wav"/>
          </p:stSnd>
        </p:sndAc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83n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4498" name="Group 2"/>
          <p:cNvGraphicFramePr>
            <a:graphicFrameLocks noGrp="1"/>
          </p:cNvGraphicFramePr>
          <p:nvPr/>
        </p:nvGraphicFramePr>
        <p:xfrm>
          <a:off x="3081358" y="1257288"/>
          <a:ext cx="5943600" cy="457200"/>
        </p:xfrm>
        <a:graphic>
          <a:graphicData uri="http://schemas.openxmlformats.org/drawingml/2006/table">
            <a:tbl>
              <a:tblPr/>
              <a:tblGrid>
                <a:gridCol w="594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0838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AREA VERDES 4a. Prioridad</a:t>
                      </a:r>
                      <a:endParaRPr kumimoji="0" lang="es-ES" sz="4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4504" name="nuestro texto"/>
          <p:cNvSpPr>
            <a:spLocks noChangeArrowheads="1"/>
          </p:cNvSpPr>
          <p:nvPr/>
        </p:nvSpPr>
        <p:spPr bwMode="auto">
          <a:xfrm>
            <a:off x="457200" y="2194560"/>
            <a:ext cx="8595360" cy="4608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noAutofit/>
          </a:bodyPr>
          <a:lstStyle/>
          <a:p>
            <a:pPr eaLnBrk="0" hangingPunct="0" algn="l">
              <a:buClr>
                <a:srgbClr val="00B050"/>
              </a:buClr>
              <a:buFontTx/>
              <a:buChar char="•"/>
            </a:pPr>
            <a:r>
              <a:rPr lang="es-ES" sz="2000" b="1" dirty="0">
                <a:solidFill>
                  <a:schemeClr val="bg1"/>
                </a:solidFill>
                <a:cs typeface="Arial" pitchFamily="34" charset="0"/>
              </a:rPr>
              <a:t>Víctimas con daños ligeros o sin daños.</a:t>
            </a:r>
            <a:br>
              <a:rPr lang="es-ES" sz="2400" b="1" dirty="0">
                <a:solidFill>
                  <a:schemeClr val="bg1"/>
                </a:solidFill>
                <a:cs typeface="Arial" pitchFamily="34" charset="0"/>
              </a:rPr>
            </a:br>
            <a:endParaRPr lang="es-ES" sz="2400" b="1" dirty="0">
              <a:solidFill>
                <a:schemeClr val="bg1"/>
              </a:solidFill>
              <a:cs typeface="Arial" pitchFamily="34" charset="0"/>
            </a:endParaRPr>
          </a:p>
          <a:p>
            <a:pPr eaLnBrk="0" hangingPunct="0" algn="l">
              <a:buClr>
                <a:srgbClr val="00B050"/>
              </a:buClr>
              <a:buFontTx/>
              <a:buChar char="•"/>
            </a:pPr>
            <a:r>
              <a:rPr lang="es-ES" sz="2000" b="1" dirty="0">
                <a:solidFill>
                  <a:schemeClr val="bg1"/>
                </a:solidFill>
                <a:cs typeface="Arial" pitchFamily="34" charset="0"/>
              </a:rPr>
              <a:t>No es necesario transporte de urgencia, pueden ser evacuados al final, en forma masiva y en transporte no sanitario.</a:t>
            </a:r>
            <a:br>
              <a:rPr lang="es-ES" sz="2400" b="1" dirty="0">
                <a:solidFill>
                  <a:schemeClr val="bg1"/>
                </a:solidFill>
                <a:cs typeface="Arial" pitchFamily="34" charset="0"/>
              </a:rPr>
            </a:br>
            <a:endParaRPr lang="es-ES" sz="2400" b="1" dirty="0">
              <a:solidFill>
                <a:schemeClr val="bg1"/>
              </a:solidFill>
              <a:cs typeface="Arial" pitchFamily="34" charset="0"/>
            </a:endParaRPr>
          </a:p>
          <a:p>
            <a:pPr eaLnBrk="0" hangingPunct="0" algn="l">
              <a:buClr>
                <a:srgbClr val="00B050"/>
              </a:buClr>
              <a:buFontTx/>
              <a:buChar char="•"/>
            </a:pPr>
            <a:r>
              <a:rPr lang="es-ES" sz="2000" b="1" dirty="0">
                <a:solidFill>
                  <a:schemeClr val="bg1"/>
                </a:solidFill>
                <a:cs typeface="Arial" pitchFamily="34" charset="0"/>
              </a:rPr>
              <a:t>La evaluación y el tratamiento en consultoría con el Hospital suele ser suficiente.</a:t>
            </a:r>
            <a:br>
              <a:rPr lang="es-ES" sz="2400" b="1" dirty="0">
                <a:solidFill>
                  <a:schemeClr val="bg1"/>
                </a:solidFill>
                <a:cs typeface="Arial" pitchFamily="34" charset="0"/>
              </a:rPr>
            </a:br>
            <a:endParaRPr lang="es-ES" sz="2400" b="1" dirty="0">
              <a:solidFill>
                <a:schemeClr val="bg1"/>
              </a:solidFill>
              <a:cs typeface="Arial" pitchFamily="34" charset="0"/>
            </a:endParaRPr>
          </a:p>
          <a:p>
            <a:pPr eaLnBrk="0" hangingPunct="0" algn="l">
              <a:buClr>
                <a:srgbClr val="00B050"/>
              </a:buClr>
              <a:buFontTx/>
              <a:buChar char="•"/>
            </a:pPr>
            <a:r>
              <a:rPr lang="es-ES" sz="2000" b="1" dirty="0">
                <a:solidFill>
                  <a:schemeClr val="bg1"/>
                </a:solidFill>
                <a:cs typeface="Arial" pitchFamily="34" charset="0"/>
              </a:rPr>
              <a:t>Son lesionados, a veces asintomáticos, pero en los que se debe esperar el desarrollo de un cuadro clínico.</a:t>
            </a:r>
            <a:br>
              <a:rPr lang="es-ES" sz="2400" b="1" dirty="0">
                <a:solidFill>
                  <a:schemeClr val="bg1"/>
                </a:solidFill>
                <a:cs typeface="Arial" pitchFamily="34" charset="0"/>
              </a:rPr>
            </a:br>
            <a:endParaRPr lang="es-ES" sz="2400" b="1" dirty="0">
              <a:solidFill>
                <a:schemeClr val="bg1"/>
              </a:solidFill>
              <a:cs typeface="Arial" pitchFamily="34" charset="0"/>
            </a:endParaRPr>
          </a:p>
          <a:p>
            <a:pPr eaLnBrk="0" hangingPunct="0" algn="l">
              <a:buClr>
                <a:srgbClr val="00B050"/>
              </a:buClr>
              <a:buFontTx/>
              <a:buChar char="•"/>
            </a:pPr>
            <a:r>
              <a:rPr lang="es-ES" sz="2000" b="1" dirty="0">
                <a:solidFill>
                  <a:schemeClr val="bg1"/>
                </a:solidFill>
                <a:cs typeface="Arial" pitchFamily="34" charset="0"/>
              </a:rPr>
              <a:t>Necesitan observación y, probablemente, tratamiento inmediato, en caso de cambiar su estado </a:t>
            </a:r>
            <a:endParaRPr lang="es-ES" sz="4000" b="1" dirty="0">
              <a:solidFill>
                <a:schemeClr val="bg1"/>
              </a:solidFill>
            </a:endParaRPr>
          </a:p>
        </p:txBody>
      </p:sp>
      <p:pic>
        <p:nvPicPr>
          <p:cNvPr id="234505" name="Logos K-9 ACC" descr="placa-principal.png"/>
          <p:cNvPicPr>
            <a:picLocks noChangeAspect="1"/>
          </p:cNvPicPr>
          <p:nvPr/>
        </p:nvPicPr>
        <p:blipFill>
          <a:blip r:embed="rIdL83n5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pic>
        <p:nvPicPr>
          <p:cNvPr id="234506" name="Picture 234505" descr="tarjeta-verde.png"/>
          <p:cNvPicPr>
            <a:picLocks noChangeAspect="1"/>
          </p:cNvPicPr>
          <p:nvPr/>
        </p:nvPicPr>
        <p:blipFill>
          <a:blip r:embed="rIdL83n6"/>
          <a:stretch>
            <a:fillRect/>
          </a:stretch>
        </p:blipFill>
        <p:spPr>
          <a:xfrm>
            <a:off x="9565640" y="1325880"/>
            <a:ext cx="1991360" cy="5120640"/>
          </a:xfrm>
          <a:prstGeom prst="round2DiagRect">
            <a:avLst>
              <a:gd name="adj1" fmla="val 12000"/>
              <a:gd name="adj2" fmla="val 0"/>
            </a:avLst>
          </a:prstGeom>
        </p:spPr>
      </p:pic>
    </p:spTree>
    <p:extLst>
      <p:ext uri="{BB962C8B-B14F-4D97-AF65-F5344CB8AC3E}">
        <p14:creationId xmlns:p14="http://schemas.microsoft.com/office/powerpoint/2010/main" val="1645711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83n2" name="breeze.wav"/>
          </p:stSnd>
        </p:sndAc>
      </p:transition>
    </mc:Choice>
    <mc:Fallback xmlns="">
      <p:transition spd="slow">
        <p:sndAc>
          <p:stSnd>
            <p:snd r:embed="rIdL83n3" name="breeze.wav"/>
          </p:stSnd>
        </p:sndAc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84n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22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0050558"/>
              </p:ext>
            </p:extLst>
          </p:nvPr>
        </p:nvGraphicFramePr>
        <p:xfrm>
          <a:off x="3113166" y="1207008"/>
          <a:ext cx="5672113" cy="552667"/>
        </p:xfrm>
        <a:graphic>
          <a:graphicData uri="http://schemas.openxmlformats.org/drawingml/2006/table">
            <a:tbl>
              <a:tblPr/>
              <a:tblGrid>
                <a:gridCol w="5672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812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3053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AREA BLANCOS 5a. Prioridad</a:t>
                      </a:r>
                      <a:endParaRPr kumimoji="0" lang="es-ES" sz="5725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5528" name="nuestro texto"/>
          <p:cNvSpPr>
            <a:spLocks noChangeArrowheads="1"/>
          </p:cNvSpPr>
          <p:nvPr/>
        </p:nvSpPr>
        <p:spPr bwMode="auto">
          <a:xfrm>
            <a:off x="457200" y="2194560"/>
            <a:ext cx="11247120" cy="4389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>
            <a:noAutofit/>
          </a:bodyPr>
          <a:lstStyle/>
          <a:p>
            <a:pPr eaLnBrk="0" hangingPunct="0" algn="l">
              <a:buClr>
                <a:schemeClr val="bg1"/>
              </a:buClr>
              <a:buFontTx/>
              <a:buChar char="•"/>
            </a:pPr>
            <a:r>
              <a:rPr lang="es-ES" sz="2700" dirty="0">
                <a:solidFill>
                  <a:schemeClr val="bg1"/>
                </a:solidFill>
                <a:cs typeface="Arial" pitchFamily="34" charset="0"/>
              </a:rPr>
              <a:t>Muertos. Son los fallecidos en el lugar. Serán depositados en un área a determinar para su identificación y actuación judicial.</a:t>
            </a:r>
            <a:br>
              <a:rPr lang="es-ES" sz="3200" dirty="0">
                <a:solidFill>
                  <a:schemeClr val="bg1"/>
                </a:solidFill>
                <a:cs typeface="Arial" pitchFamily="34" charset="0"/>
              </a:rPr>
            </a:br>
            <a:endParaRPr lang="es-ES" sz="3053" dirty="0">
              <a:solidFill>
                <a:schemeClr val="bg1"/>
              </a:solidFill>
              <a:cs typeface="Arial" pitchFamily="34" charset="0"/>
            </a:endParaRPr>
          </a:p>
          <a:p>
            <a:pPr eaLnBrk="0" hangingPunct="0" algn="l">
              <a:buClr>
                <a:schemeClr val="bg1"/>
              </a:buClr>
              <a:buFontTx/>
              <a:buChar char="•"/>
            </a:pPr>
            <a:r>
              <a:rPr lang="es-ES" sz="2700" dirty="0">
                <a:solidFill>
                  <a:schemeClr val="bg1"/>
                </a:solidFill>
                <a:cs typeface="Arial" pitchFamily="34" charset="0"/>
              </a:rPr>
              <a:t>Se deberán descontaminar y desvestir como cualquier otra víctima.</a:t>
            </a:r>
            <a:br>
              <a:rPr lang="es-ES" sz="3200" dirty="0">
                <a:solidFill>
                  <a:schemeClr val="bg1"/>
                </a:solidFill>
                <a:cs typeface="Arial" pitchFamily="34" charset="0"/>
              </a:rPr>
            </a:br>
            <a:endParaRPr lang="es-ES" sz="3053" dirty="0">
              <a:solidFill>
                <a:schemeClr val="bg1"/>
              </a:solidFill>
              <a:cs typeface="Arial" pitchFamily="34" charset="0"/>
            </a:endParaRPr>
          </a:p>
          <a:p>
            <a:pPr eaLnBrk="0" hangingPunct="0" algn="l">
              <a:buClr>
                <a:schemeClr val="bg1"/>
              </a:buClr>
              <a:buFontTx/>
              <a:buChar char="•"/>
            </a:pPr>
            <a:r>
              <a:rPr lang="es-ES" sz="2700" dirty="0">
                <a:solidFill>
                  <a:schemeClr val="bg1"/>
                </a:solidFill>
                <a:cs typeface="Arial" pitchFamily="34" charset="0"/>
              </a:rPr>
              <a:t>Deberán estar cubiertos por bolsas de bioseguridad para el transporte de cadáveres. </a:t>
            </a:r>
            <a:endParaRPr lang="es-ES" sz="4580" dirty="0">
              <a:solidFill>
                <a:schemeClr val="bg1"/>
              </a:solidFill>
            </a:endParaRPr>
          </a:p>
        </p:txBody>
      </p:sp>
      <p:pic>
        <p:nvPicPr>
          <p:cNvPr id="235529" name="Logos K-9 ACC" descr="placa-principal.png"/>
          <p:cNvPicPr>
            <a:picLocks noChangeAspect="1"/>
          </p:cNvPicPr>
          <p:nvPr/>
        </p:nvPicPr>
        <p:blipFill>
          <a:blip r:embed="rIdL84n5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494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84n2" name="breeze.wav"/>
          </p:stSnd>
        </p:sndAc>
      </p:transition>
    </mc:Choice>
    <mc:Fallback xmlns="">
      <p:transition spd="slow">
        <p:sndAc>
          <p:stSnd>
            <p:snd r:embed="rIdL84n3" name="breeze.wav"/>
          </p:stSnd>
        </p:sndAc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85n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s K-9 ACC" descr="placa-principal.png"/>
          <p:cNvPicPr>
            <a:picLocks noChangeAspect="1"/>
          </p:cNvPicPr>
          <p:nvPr/>
        </p:nvPicPr>
        <p:blipFill>
          <a:blip r:embed="rIdL85n5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sp>
        <p:nvSpPr>
          <p:cNvPr id="6" name="nuestro texto"/>
          <p:cNvSpPr txBox="1"/>
          <p:nvPr/>
        </p:nvSpPr>
        <p:spPr>
          <a:xfrm>
            <a:off x="1371600" y="146304"/>
            <a:ext cx="78638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rial"/>
              </a:rPr>
              <a:t>Tarjetas de triage</a:t>
            </a:r>
          </a:p>
        </p:txBody>
      </p:sp>
      <p:sp>
        <p:nvSpPr>
          <p:cNvPr id="7" name="Tarjeta"/>
          <p:cNvSpPr/>
          <p:nvPr/>
        </p:nvSpPr>
        <p:spPr>
          <a:xfrm>
            <a:off x="1347216" y="1234440"/>
            <a:ext cx="9497568" cy="5422392"/>
          </a:xfrm>
          <a:prstGeom prst="round2DiagRect">
            <a:avLst>
              <a:gd name="adj1" fmla="val 12000"/>
              <a:gd name="adj2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arjetas-triage.png"/>
          <p:cNvPicPr>
            <a:picLocks noChangeAspect="1"/>
          </p:cNvPicPr>
          <p:nvPr/>
        </p:nvPicPr>
        <p:blipFill>
          <a:blip r:embed="rIdL85n6"/>
          <a:stretch>
            <a:fillRect/>
          </a:stretch>
        </p:blipFill>
        <p:spPr>
          <a:xfrm>
            <a:off x="1438656" y="1325880"/>
            <a:ext cx="9314688" cy="523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584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85n2" name="breeze.wav"/>
          </p:stSnd>
        </p:sndAc>
      </p:transition>
    </mc:Choice>
    <mc:Fallback xmlns="">
      <p:transition spd="slow">
        <p:sndAc>
          <p:stSnd>
            <p:snd r:embed="rIdL85n3" name="breeze.wav"/>
          </p:stSnd>
        </p:sndAc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86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s K-9 ACC" descr="placa-principal.png"/>
          <p:cNvPicPr>
            <a:picLocks noChangeAspect="1"/>
          </p:cNvPicPr>
          <p:nvPr/>
        </p:nvPicPr>
        <p:blipFill>
          <a:blip r:embed="rIdL86n5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sp>
        <p:nvSpPr>
          <p:cNvPr id="8" name="nuestro texto"/>
          <p:cNvSpPr txBox="1"/>
          <p:nvPr/>
        </p:nvSpPr>
        <p:spPr>
          <a:xfrm>
            <a:off x="1371600" y="146304"/>
            <a:ext cx="78638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CONCLUSIONES</a:t>
            </a:r>
          </a:p>
        </p:txBody>
      </p:sp>
      <p:sp>
        <p:nvSpPr>
          <p:cNvPr id="9" name="nuestro texto"/>
          <p:cNvSpPr txBox="1"/>
          <p:nvPr/>
        </p:nvSpPr>
        <p:spPr>
          <a:xfrm>
            <a:off x="457200" y="1371600"/>
            <a:ext cx="5562600" cy="5193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800" b="0">
                <a:solidFill>
                  <a:srgbClr val="FFFFFF"/>
                </a:solidFill>
                <a:latin typeface="Arial"/>
              </a:rPr>
              <a:t>•  Debido a que las lesiones sufridas en accidentes pueden afectar cualquier parte del cuerpo humano demanda que la evaluación y la atención primaria sean efectuadas de manera inteligente y eficiente, sobre las bases de individualización, previamente al transporte del lesionado.</a:t>
            </a:r>
          </a:p>
        </p:txBody>
      </p:sp>
      <p:pic>
        <p:nvPicPr>
          <p:cNvPr id="13" name="banco" descr="6a3r4y4m551y17.jpg"/>
          <p:cNvPicPr>
            <a:picLocks noChangeAspect="1"/>
          </p:cNvPicPr>
          <p:nvPr/>
        </p:nvPicPr>
        <p:blipFill>
          <a:blip r:embed="rIdL86n6"/>
          <a:srcRect t="3333" b="3333"/>
          <a:stretch>
            <a:fillRect/>
          </a:stretch>
        </p:blipFill>
        <p:spPr>
          <a:xfrm>
            <a:off x="6294120" y="1385316"/>
            <a:ext cx="5486400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649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86n2" name="breeze.wav"/>
          </p:stSnd>
        </p:sndAc>
      </p:transition>
    </mc:Choice>
    <mc:Fallback xmlns="">
      <p:transition spd="slow">
        <p:sndAc>
          <p:stSnd>
            <p:snd r:embed="rIdL86n4" name="breeze.wav"/>
          </p:stSnd>
        </p:sndAc>
      </p:transition>
    </mc:Fallback>
  </mc:AlternateContent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L87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7" name="Logos K-9 ACC" descr="placa-principal.png"/>
          <p:cNvPicPr>
            <a:picLocks noChangeAspect="1"/>
          </p:cNvPicPr>
          <p:nvPr/>
        </p:nvPicPr>
        <p:blipFill>
          <a:blip r:embed="rIdL87n3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sp>
        <p:nvSpPr>
          <p:cNvPr id="8" name="nuestro texto"/>
          <p:cNvSpPr txBox="1"/>
          <p:nvPr/>
        </p:nvSpPr>
        <p:spPr>
          <a:xfrm>
            <a:off x="1371600" y="146304"/>
            <a:ext cx="78638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CONCLUSIONES (continuación)</a:t>
            </a:r>
          </a:p>
        </p:txBody>
      </p:sp>
      <p:sp>
        <p:nvSpPr>
          <p:cNvPr id="9" name="nuestro texto"/>
          <p:cNvSpPr txBox="1"/>
          <p:nvPr/>
        </p:nvSpPr>
        <p:spPr>
          <a:xfrm>
            <a:off x="457200" y="1371600"/>
            <a:ext cx="5562600" cy="5193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800" b="0">
                <a:solidFill>
                  <a:srgbClr val="FFFFFF"/>
                </a:solidFill>
                <a:latin typeface="Arial"/>
              </a:rPr>
              <a:t>•  Por lo que es esencial que el personal que brinda los primeros auxilios preste sus servicios con excelencia a fin de elevar la calidad y la capacidad de supervivencia de nuestros pacientes, actuando de forma ejemplar bajo la primicia de no producir un daño mayor al que ya sufre el paciente.</a:t>
            </a:r>
          </a:p>
        </p:txBody>
      </p:sp>
      <p:pic>
        <p:nvPicPr>
          <p:cNvPr id="13" name="banco" descr="2n6n2m4m3y4c2o.jpg"/>
          <p:cNvPicPr>
            <a:picLocks noChangeAspect="1"/>
          </p:cNvPicPr>
          <p:nvPr/>
        </p:nvPicPr>
        <p:blipFill>
          <a:blip r:embed="rIdL87n4"/>
          <a:stretch>
            <a:fillRect/>
          </a:stretch>
        </p:blipFill>
        <p:spPr>
          <a:xfrm>
            <a:off x="6294120" y="2402586"/>
            <a:ext cx="54864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88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s K-9 ACC" descr="placa-principal.png"/>
          <p:cNvPicPr>
            <a:picLocks noChangeAspect="1"/>
          </p:cNvPicPr>
          <p:nvPr/>
        </p:nvPicPr>
        <p:blipFill>
          <a:blip r:embed="rIdL88n5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sp>
        <p:nvSpPr>
          <p:cNvPr id="5" name="nuestro texto"/>
          <p:cNvSpPr txBox="1"/>
          <p:nvPr/>
        </p:nvSpPr>
        <p:spPr>
          <a:xfrm>
            <a:off x="1371600" y="146304"/>
            <a:ext cx="78638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¡AGRADECIMIENTOS!</a:t>
            </a:r>
          </a:p>
        </p:txBody>
      </p:sp>
      <p:sp>
        <p:nvSpPr>
          <p:cNvPr id="6" name="nuestro texto"/>
          <p:cNvSpPr txBox="1"/>
          <p:nvPr/>
        </p:nvSpPr>
        <p:spPr>
          <a:xfrm>
            <a:off x="457200" y="1371600"/>
            <a:ext cx="5562600" cy="5193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500" b="0">
                <a:solidFill>
                  <a:srgbClr val="FFFFFF"/>
                </a:solidFill>
                <a:latin typeface="Arial"/>
              </a:rPr>
              <a:t>•  La labor de servir a las personas en situaciones de gravedad, enfermedad o accidente es una tarea que no es fácil de ejercer, más sin embargo cuando existe la intención de aprender para ser mejor y hacer las cosas de manera correcta con el único objetivo de ayudar a los demás, para proteger lo más valioso de cada persona que es la vida misma, hace que sea una labor digna de ser admirada y agradecida.</a:t>
            </a:r>
          </a:p>
        </p:txBody>
      </p:sp>
      <p:pic>
        <p:nvPicPr>
          <p:cNvPr id="10" name="banco" descr="2b56484v5f4j4n.jpg"/>
          <p:cNvPicPr>
            <a:picLocks noChangeAspect="1"/>
          </p:cNvPicPr>
          <p:nvPr/>
        </p:nvPicPr>
        <p:blipFill>
          <a:blip r:embed="rIdL88n6"/>
          <a:srcRect l="14286" r="14286"/>
          <a:stretch>
            <a:fillRect/>
          </a:stretch>
        </p:blipFill>
        <p:spPr>
          <a:xfrm>
            <a:off x="6294120" y="1385316"/>
            <a:ext cx="5486400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572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L88n2" name="breeze.wav"/>
          </p:stSnd>
        </p:sndAc>
      </p:transition>
    </mc:Choice>
    <mc:Fallback xmlns="">
      <p:transition spd="slow">
        <p:sndAc>
          <p:stSnd>
            <p:snd r:embed="rIdL88n4" name="breeze.wav"/>
          </p:stSnd>
        </p:sndAc>
      </p:transition>
    </mc:Fallback>
  </mc:AlternateContent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blipFill dpi="0" rotWithShape="1">
          <a:blip r:embed="rIdL89n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9" name="nuestro adorno"/>
          <p:cNvSpPr/>
          <p:nvPr/>
        </p:nvSpPr>
        <p:spPr>
          <a:xfrm>
            <a:off x="-1691640" y="5440680"/>
            <a:ext cx="3017520" cy="3017520"/>
          </a:xfrm>
          <a:prstGeom prst="donut">
            <a:avLst>
              <a:gd name="adj" fmla="val 7000"/>
            </a:avLst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uestro adorno"/>
          <p:cNvSpPr/>
          <p:nvPr/>
        </p:nvSpPr>
        <p:spPr>
          <a:xfrm>
            <a:off x="-2103120" y="5029200"/>
            <a:ext cx="3840480" cy="3840480"/>
          </a:xfrm>
          <a:prstGeom prst="donut">
            <a:avLst>
              <a:gd name="adj" fmla="val 5000"/>
            </a:avLst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Logos K-9 ACC" descr="placa-principal.png"/>
          <p:cNvPicPr>
            <a:picLocks noChangeAspect="1"/>
          </p:cNvPicPr>
          <p:nvPr/>
        </p:nvPicPr>
        <p:blipFill>
          <a:blip r:embed="rIdL89n3"/>
          <a:stretch>
            <a:fillRect/>
          </a:stretch>
        </p:blipFill>
        <p:spPr>
          <a:xfrm>
            <a:off x="9595104" y="128016"/>
            <a:ext cx="2432304" cy="960120"/>
          </a:xfrm>
          <a:prstGeom prst="rect">
            <a:avLst/>
          </a:prstGeom>
        </p:spPr>
      </p:pic>
      <p:sp>
        <p:nvSpPr>
          <p:cNvPr id="5" name="nuestro texto"/>
          <p:cNvSpPr txBox="1"/>
          <p:nvPr/>
        </p:nvSpPr>
        <p:spPr>
          <a:xfrm>
            <a:off x="1371600" y="146304"/>
            <a:ext cx="78638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¡AGRADECIMIENTOS! (continuación)</a:t>
            </a:r>
          </a:p>
        </p:txBody>
      </p:sp>
      <p:sp>
        <p:nvSpPr>
          <p:cNvPr id="6" name="nuestro texto"/>
          <p:cNvSpPr txBox="1"/>
          <p:nvPr/>
        </p:nvSpPr>
        <p:spPr>
          <a:xfrm>
            <a:off x="457200" y="1371600"/>
            <a:ext cx="5852160" cy="5029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800" b="0">
                <a:solidFill>
                  <a:srgbClr val="FFFFFF"/>
                </a:solidFill>
                <a:latin typeface="Arial"/>
              </a:rPr>
              <a:t>•  ¡Gracias a ti que cada día haces la diferencia en tu entorno ayudando, colaborando para hacer de tu empresa un lugar donde todos se sientan seguros, protegidos y salvaguardados!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L90n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7345680" y="2450306"/>
            <a:ext cx="4389120" cy="195738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Picture 1" descr="acc.png"/>
          <p:cNvPicPr>
            <a:picLocks noChangeAspect="1"/>
          </p:cNvPicPr>
          <p:nvPr/>
        </p:nvPicPr>
        <p:blipFill>
          <a:blip r:embed="rIdL90n5"/>
          <a:stretch>
            <a:fillRect/>
          </a:stretch>
        </p:blipFill>
        <p:spPr>
          <a:xfrm>
            <a:off x="7711440" y="2816066"/>
            <a:ext cx="3657600" cy="1225867"/>
          </a:xfrm>
          <a:prstGeom prst="rect">
            <a:avLst/>
          </a:prstGeom>
        </p:spPr>
      </p:pic>
      <p:sp>
        <p:nvSpPr>
          <p:cNvPr id="4" name="nuestro texto"/>
          <p:cNvSpPr txBox="1"/>
          <p:nvPr/>
        </p:nvSpPr>
        <p:spPr>
          <a:xfrm>
            <a:off x="731520" y="2057400"/>
            <a:ext cx="624840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Arial"/>
              </a:rPr>
              <a:t>¡Gracias!</a:t>
            </a:r>
          </a:p>
        </p:txBody>
      </p:sp>
      <p:sp>
        <p:nvSpPr>
          <p:cNvPr id="5" name="nuestro texto"/>
          <p:cNvSpPr txBox="1"/>
          <p:nvPr/>
        </p:nvSpPr>
        <p:spPr>
          <a:xfrm>
            <a:off x="731520" y="3383280"/>
            <a:ext cx="62484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800" b="0">
                <a:solidFill>
                  <a:srgbClr val="C9D6EA"/>
                </a:solidFill>
                <a:latin typeface="Arial"/>
              </a:rPr>
              <a:t>Brigada de primeros auxilios</a:t>
            </a:r>
          </a:p>
        </p:txBody>
      </p:sp>
      <p:sp>
        <p:nvSpPr>
          <p:cNvPr id="6" name="nuestro texto"/>
          <p:cNvSpPr txBox="1"/>
          <p:nvPr/>
        </p:nvSpPr>
        <p:spPr>
          <a:xfrm>
            <a:off x="731520" y="5340096"/>
            <a:ext cx="2743200" cy="303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>
                <a:solidFill>
                  <a:srgbClr val="B8C7DE"/>
                </a:solidFill>
                <a:latin typeface="Arial"/>
              </a:rPr>
              <a:t>Con el apoyo de</a:t>
            </a:r>
          </a:p>
        </p:txBody>
      </p:sp>
      <p:pic>
        <p:nvPicPr>
          <p:cNvPr id="7" name="Picture 6" descr="placa-patrocinio.png"/>
          <p:cNvPicPr>
            <a:picLocks noChangeAspect="1"/>
          </p:cNvPicPr>
          <p:nvPr/>
        </p:nvPicPr>
        <p:blipFill>
          <a:blip r:embed="rIdL90n6"/>
          <a:stretch>
            <a:fillRect/>
          </a:stretch>
        </p:blipFill>
        <p:spPr>
          <a:xfrm>
            <a:off x="731520" y="5669280"/>
            <a:ext cx="1947672" cy="914400"/>
          </a:xfrm>
          <a:prstGeom prst="rect">
            <a:avLst/>
          </a:prstGeom>
        </p:spPr>
      </p:pic>
      <p:pic>
        <p:nvPicPr>
          <p:cNvPr id="8" name="Picture 7" descr="uniprotec.png"/>
          <p:cNvPicPr>
            <a:picLocks noChangeAspect="1"/>
          </p:cNvPicPr>
          <p:nvPr/>
        </p:nvPicPr>
        <p:blipFill>
          <a:blip r:embed="rIdL90n7"/>
          <a:stretch>
            <a:fillRect/>
          </a:stretch>
        </p:blipFill>
        <p:spPr>
          <a:xfrm>
            <a:off x="2907792" y="5833872"/>
            <a:ext cx="2190179" cy="58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230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  <p:sndAc>
          <p:stSnd>
            <p:snd r:embed="rIdL90n2" name="breeze.wav"/>
          </p:stSnd>
        </p:sndAc>
      </p:transition>
    </mc:Choice>
    <mc:Fallback xmlns="">
      <p:transition spd="med">
        <p:fade/>
        <p:sndAc>
          <p:stSnd>
            <p:snd r:embed="rIdL90n4" name="breeze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Retrospección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2219</TotalTime>
  <Words>3304</Words>
  <Application>Microsoft Office PowerPoint</Application>
  <PresentationFormat>Panorámica</PresentationFormat>
  <Paragraphs>510</Paragraphs>
  <Slides>85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3</vt:i4>
      </vt:variant>
      <vt:variant>
        <vt:lpstr>Títulos de diapositiva</vt:lpstr>
      </vt:variant>
      <vt:variant>
        <vt:i4>85</vt:i4>
      </vt:variant>
    </vt:vector>
  </HeadingPairs>
  <TitlesOfParts>
    <vt:vector size="98" baseType="lpstr">
      <vt:lpstr>Arial</vt:lpstr>
      <vt:lpstr>Calibri</vt:lpstr>
      <vt:lpstr>Calibri Light</vt:lpstr>
      <vt:lpstr>Courier New</vt:lpstr>
      <vt:lpstr>Monotype Sorts</vt:lpstr>
      <vt:lpstr>Tahoma</vt:lpstr>
      <vt:lpstr>Verdana</vt:lpstr>
      <vt:lpstr>Wingdings</vt:lpstr>
      <vt:lpstr>Wingdings 2</vt:lpstr>
      <vt:lpstr>Retrospección</vt:lpstr>
      <vt:lpstr>Imagen Corel PHOTO-PAINT 9.0</vt:lpstr>
      <vt:lpstr>Bitmap Image</vt:lpstr>
      <vt:lpstr>CorelPhotoPaint.Image.8</vt:lpstr>
      <vt:lpstr>Presentación de PowerPoint</vt:lpstr>
      <vt:lpstr>Presentación de PowerPoint</vt:lpstr>
      <vt:lpstr>1.5.1 Manejo de la vía aérea y control de la columna cervical</vt:lpstr>
      <vt:lpstr>Presentación de PowerPoint</vt:lpstr>
      <vt:lpstr>Presentación de PowerPoint</vt:lpstr>
      <vt:lpstr>1.5.2 Buena respiración (breathing) </vt:lpstr>
      <vt:lpstr>1.5.3 Circulación con control de hemorragias</vt:lpstr>
      <vt:lpstr>Presentación de PowerPoint</vt:lpstr>
      <vt:lpstr>1.5.4 Déficit neurológico</vt:lpstr>
      <vt:lpstr>                                                                         1.5.5 Exponer y examinar a la víctima protegiéndola del ambiente  </vt:lpstr>
      <vt:lpstr>1.6 Evaluación secundaria</vt:lpstr>
      <vt:lpstr>UNIDAD 2.  APOYO VITAL BÁSICO</vt:lpstr>
      <vt:lpstr>2.1 Atragantamiento</vt:lpstr>
      <vt:lpstr>2.1.1 Atragantamiento parcial</vt:lpstr>
      <vt:lpstr>2.1.2 Atragantamiento total</vt:lpstr>
      <vt:lpstr>2.1.4 Técnica de “barrido” con el dedo (Procedimiento)</vt:lpstr>
      <vt:lpstr>2.2 Paro cardiorrespiratorio</vt:lpstr>
      <vt:lpstr>Presentación de PowerPoint</vt:lpstr>
      <vt:lpstr>UNIDAD 3. HEMORRAGIAS</vt:lpstr>
      <vt:lpstr>3.1Clasificación de las hemorragias externas:</vt:lpstr>
      <vt:lpstr>        3.2 Gravedad de las hemorragias</vt:lpstr>
      <vt:lpstr>3.3 Métodos de contención de hemorragias</vt:lpstr>
      <vt:lpstr>Presentación de PowerPoint</vt:lpstr>
      <vt:lpstr>Presentación de PowerPoint</vt:lpstr>
      <vt:lpstr>4. ESTADO DE SHOCK</vt:lpstr>
      <vt:lpstr>Choque Hipovolémico</vt:lpstr>
      <vt:lpstr> Choque Cardiogénico</vt:lpstr>
      <vt:lpstr>Choque Neurogénico</vt:lpstr>
      <vt:lpstr>Choque Anafiláctico</vt:lpstr>
      <vt:lpstr>Choque Séptico</vt:lpstr>
      <vt:lpstr>4.1 Tratamiento de emergencia del estado de Shock</vt:lpstr>
      <vt:lpstr>UNIDAD 5. ESGUINCES, LUXACIONES Y FRACTURAS</vt:lpstr>
      <vt:lpstr>Presentación de PowerPoint</vt:lpstr>
      <vt:lpstr>Presentación de PowerPoint</vt:lpstr>
      <vt:lpstr>Datos</vt:lpstr>
      <vt:lpstr>Presentación de PowerPoint</vt:lpstr>
      <vt:lpstr>Inmovilización de fracturas</vt:lpstr>
      <vt:lpstr>Elementos para inmovilizar</vt:lpstr>
      <vt:lpstr>Férulas</vt:lpstr>
      <vt:lpstr>Complicaciones</vt:lpstr>
      <vt:lpstr>UNIDAD 6. QUEMADURAS</vt:lpstr>
      <vt:lpstr> Físicos</vt:lpstr>
      <vt:lpstr> Químicos</vt:lpstr>
      <vt:lpstr>Presentación de PowerPoint</vt:lpstr>
      <vt:lpstr> Radiactivos</vt:lpstr>
      <vt:lpstr>Quemadura por Electricidad</vt:lpstr>
      <vt:lpstr>Quemadura de Boca Y Garganta</vt:lpstr>
      <vt:lpstr>Quemadura en Ojos</vt:lpstr>
      <vt:lpstr>Quemadura Solar</vt:lpstr>
      <vt:lpstr>6.2 Lesiones sistémicas por calor</vt:lpstr>
      <vt:lpstr>6.3 Lesiones cutáneas por frio</vt:lpstr>
      <vt:lpstr>6.4 Lesiones sistémicas por frío</vt:lpstr>
      <vt:lpstr>Factores Que Agravan Una Quemadura</vt:lpstr>
      <vt:lpstr>Clasificación de las quemaduras</vt:lpstr>
      <vt:lpstr>Presentación de PowerPoint</vt:lpstr>
      <vt:lpstr>Regla De los 9</vt:lpstr>
      <vt:lpstr>Tratamiento General </vt:lpstr>
      <vt:lpstr>Presentación de PowerPoint</vt:lpstr>
      <vt:lpstr>Prohibiciones</vt:lpstr>
      <vt:lpstr>UNIDAD 7. CONVULSIONES Y EPILEPSIA</vt:lpstr>
      <vt:lpstr>7.1 Características de la epilepsia.</vt:lpstr>
      <vt:lpstr>7.1 Carácteristicas de la epilepsia </vt:lpstr>
      <vt:lpstr>UNIDAD 8. INTOXICACIONES Y ENVENAMIENTOS.</vt:lpstr>
      <vt:lpstr>UNIDAD 8. INTOXICACIONES Y ENVENAMIENTOS.</vt:lpstr>
      <vt:lpstr>Mordedura de serpiente</vt:lpstr>
      <vt:lpstr>Datos</vt:lpstr>
      <vt:lpstr>Presentación de PowerPoint</vt:lpstr>
      <vt:lpstr>Picadura de animales ponzoñosos</vt:lpstr>
      <vt:lpstr>Tratamiento</vt:lpstr>
      <vt:lpstr>TRIAGE EN EL AREA DE DESASTRES</vt:lpstr>
      <vt:lpstr>Que es un desastre?</vt:lpstr>
      <vt:lpstr>Clasificación de pacientes en el área de desastres</vt:lpstr>
      <vt:lpstr>TRIAGE  S.T.A.R.T Simple Triage And Rapid Treatment</vt:lpstr>
      <vt:lpstr>Presentación de PowerPoint</vt:lpstr>
      <vt:lpstr>Presentación de PowerPoint</vt:lpstr>
      <vt:lpstr>NIVEL DE CONCIENCIA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TARGETAS DE TRIAGE</vt:lpstr>
      <vt:lpstr>CONCLUSIONES</vt:lpstr>
      <vt:lpstr>¡AGRADECIMIENTOS!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Tierno</dc:creator>
  <cp:lastModifiedBy>Miguel Angel Guerrero Lescale</cp:lastModifiedBy>
  <cp:revision>143</cp:revision>
  <dcterms:created xsi:type="dcterms:W3CDTF">2015-03-04T21:39:30Z</dcterms:created>
  <dcterms:modified xsi:type="dcterms:W3CDTF">2026-09-18T22:08:04Z</dcterms:modified>
</cp:coreProperties>
</file>